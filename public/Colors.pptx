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70" r:id="rId2"/>
    <p:sldId id="125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9C9FC1-8FBA-47A3-BCDA-1C256FA593FB}" v="3" dt="2026-03-25T12:41:25.7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der, Dina" userId="96956ea0-0f87-441f-a84f-7979e05bfc59" providerId="ADAL" clId="{6606C2B8-AF59-4F2D-8A0A-534CB2A9ABED}"/>
    <pc:docChg chg="addSld delSld modSld sldOrd">
      <pc:chgData name="Nader, Dina" userId="96956ea0-0f87-441f-a84f-7979e05bfc59" providerId="ADAL" clId="{6606C2B8-AF59-4F2D-8A0A-534CB2A9ABED}" dt="2026-03-25T12:41:32.399" v="4"/>
      <pc:docMkLst>
        <pc:docMk/>
      </pc:docMkLst>
      <pc:sldChg chg="add del ord">
        <pc:chgData name="Nader, Dina" userId="96956ea0-0f87-441f-a84f-7979e05bfc59" providerId="ADAL" clId="{6606C2B8-AF59-4F2D-8A0A-534CB2A9ABED}" dt="2026-03-25T12:41:32.399" v="4"/>
        <pc:sldMkLst>
          <pc:docMk/>
          <pc:sldMk cId="1249240528" sldId="27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7790A2-5856-431A-A9ED-1181658A4C2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D8C556-B1E9-4631-AB39-CAD928E82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703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2413" y="739775"/>
            <a:ext cx="6337300" cy="35639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Notes </a:t>
            </a:r>
            <a:fld id="{AD141568-5488-4AC9-B82D-9F5CE1225E2A}" type="slidenum">
              <a:rPr kumimoji="0" lang="de-DE" sz="1000" b="0" i="0" u="none" strike="noStrike" kern="1200" cap="none" spc="0" normalizeH="0" baseline="0" noProof="0" smtClean="0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de-DE" sz="1000" b="0" i="0" u="none" strike="noStrike" kern="1200" cap="none" spc="0" normalizeH="0" baseline="0" noProof="0" dirty="0">
              <a:ln>
                <a:noFill/>
              </a:ln>
              <a:solidFill>
                <a:srgbClr val="1B1534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0509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siemens-energy.com/" TargetMode="External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emf"/><Relationship Id="rId4" Type="http://schemas.openxmlformats.org/officeDocument/2006/relationships/image" Target="../media/image7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">
            <a:extLst>
              <a:ext uri="{FF2B5EF4-FFF2-40B4-BE49-F238E27FC236}">
                <a16:creationId xmlns:a16="http://schemas.microsoft.com/office/drawing/2014/main" id="{6FE31343-DBA1-4E1C-B310-3652C708DB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322" t="21730" r="39007" b="36603"/>
          <a:stretch/>
        </p:blipFill>
        <p:spPr bwMode="invGray">
          <a:xfrm>
            <a:off x="1361" y="421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4D270123-9201-40C9-8724-1647E9A0C8F8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27062" y="1414800"/>
            <a:ext cx="5614988" cy="3114000"/>
          </a:xfrm>
        </p:spPr>
        <p:txBody>
          <a:bodyPr lIns="0" tIns="0" bIns="0" anchor="b"/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de-DE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6800291B-8951-48A6-AA08-05DDABDCE8A0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627064" y="4528800"/>
            <a:ext cx="5614986" cy="899252"/>
          </a:xfrm>
        </p:spPr>
        <p:txBody>
          <a:bodyPr lIns="0" tIns="108000" anchor="t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 of presentation,</a:t>
            </a:r>
            <a:br>
              <a:rPr lang="en-US" dirty="0"/>
            </a:br>
            <a:r>
              <a:rPr lang="en-US" dirty="0"/>
              <a:t>English, Month 2020</a:t>
            </a:r>
          </a:p>
        </p:txBody>
      </p:sp>
      <p:sp>
        <p:nvSpPr>
          <p:cNvPr id="20" name="Copyright">
            <a:extLst>
              <a:ext uri="{FF2B5EF4-FFF2-40B4-BE49-F238E27FC236}">
                <a16:creationId xmlns:a16="http://schemas.microsoft.com/office/drawing/2014/main" id="{D9F34F5F-2345-489B-AB7D-E407430D36F8}"/>
              </a:ext>
            </a:extLst>
          </p:cNvPr>
          <p:cNvSpPr txBox="1"/>
          <p:nvPr userDrawn="1"/>
        </p:nvSpPr>
        <p:spPr>
          <a:xfrm>
            <a:off x="6242050" y="6526800"/>
            <a:ext cx="5949950" cy="331200"/>
          </a:xfrm>
          <a:prstGeom prst="rect">
            <a:avLst/>
          </a:prstGeom>
          <a:noFill/>
        </p:spPr>
        <p:txBody>
          <a:bodyPr wrap="square" lIns="626400" tIns="0" rIns="482400" bIns="0" rtlCol="0">
            <a:noAutofit/>
          </a:bodyPr>
          <a:lstStyle/>
          <a:p>
            <a:pPr algn="r"/>
            <a:r>
              <a:rPr lang="en-US" sz="1000" b="0" noProof="0" dirty="0">
                <a:solidFill>
                  <a:schemeClr val="tx1"/>
                </a:solidFill>
              </a:rPr>
              <a:t>Restricted © Siemens Energy, 2020</a:t>
            </a:r>
          </a:p>
        </p:txBody>
      </p:sp>
      <p:sp>
        <p:nvSpPr>
          <p:cNvPr id="9" name="License statement">
            <a:extLst>
              <a:ext uri="{FF2B5EF4-FFF2-40B4-BE49-F238E27FC236}">
                <a16:creationId xmlns:a16="http://schemas.microsoft.com/office/drawing/2014/main" id="{239D0E4B-66A6-4FE5-BA27-541046B3DA99}"/>
              </a:ext>
            </a:extLst>
          </p:cNvPr>
          <p:cNvSpPr txBox="1"/>
          <p:nvPr userDrawn="1"/>
        </p:nvSpPr>
        <p:spPr>
          <a:xfrm>
            <a:off x="627063" y="6526800"/>
            <a:ext cx="5468936" cy="331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chemeClr val="accent6"/>
                </a:solidFill>
              </a:rPr>
              <a:t>Siemens Energy is a registered trademark licensed by Siemens AG.</a:t>
            </a: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BDE6CC66-01ED-4C38-82FB-6CE0F487EF1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 bwMode="black">
          <a:xfrm>
            <a:off x="10274163" y="468926"/>
            <a:ext cx="1440000" cy="49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4983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">
            <a:extLst>
              <a:ext uri="{FF2B5EF4-FFF2-40B4-BE49-F238E27FC236}">
                <a16:creationId xmlns:a16="http://schemas.microsoft.com/office/drawing/2014/main" id="{6FE31343-DBA1-4E1C-B310-3652C708DB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7845" t="23917" r="40484" b="34416"/>
          <a:stretch/>
        </p:blipFill>
        <p:spPr bwMode="invGray">
          <a:xfrm>
            <a:off x="0" y="636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4D270123-9201-40C9-8724-1647E9A0C8F8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27062" y="1414800"/>
            <a:ext cx="5614988" cy="3114000"/>
          </a:xfrm>
        </p:spPr>
        <p:txBody>
          <a:bodyPr lIns="0" tIns="0" bIns="0" anchor="b"/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de-DE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6800291B-8951-48A6-AA08-05DDABDCE8A0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627064" y="4528800"/>
            <a:ext cx="5614986" cy="899252"/>
          </a:xfrm>
        </p:spPr>
        <p:txBody>
          <a:bodyPr lIns="0" tIns="108000" anchor="t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 of presentation,</a:t>
            </a:r>
            <a:br>
              <a:rPr lang="en-US" dirty="0"/>
            </a:br>
            <a:r>
              <a:rPr lang="en-US" dirty="0"/>
              <a:t>English, Month 2020</a:t>
            </a:r>
          </a:p>
        </p:txBody>
      </p:sp>
      <p:sp>
        <p:nvSpPr>
          <p:cNvPr id="20" name="Copyright">
            <a:extLst>
              <a:ext uri="{FF2B5EF4-FFF2-40B4-BE49-F238E27FC236}">
                <a16:creationId xmlns:a16="http://schemas.microsoft.com/office/drawing/2014/main" id="{D9F34F5F-2345-489B-AB7D-E407430D36F8}"/>
              </a:ext>
            </a:extLst>
          </p:cNvPr>
          <p:cNvSpPr txBox="1"/>
          <p:nvPr userDrawn="1"/>
        </p:nvSpPr>
        <p:spPr>
          <a:xfrm>
            <a:off x="6242050" y="6526800"/>
            <a:ext cx="5949950" cy="331200"/>
          </a:xfrm>
          <a:prstGeom prst="rect">
            <a:avLst/>
          </a:prstGeom>
          <a:noFill/>
        </p:spPr>
        <p:txBody>
          <a:bodyPr wrap="square" lIns="626400" tIns="0" rIns="482400" bIns="0" rtlCol="0">
            <a:noAutofit/>
          </a:bodyPr>
          <a:lstStyle/>
          <a:p>
            <a:pPr algn="r"/>
            <a:r>
              <a:rPr lang="en-US" sz="1000" b="0" noProof="0" dirty="0">
                <a:solidFill>
                  <a:schemeClr val="tx1"/>
                </a:solidFill>
              </a:rPr>
              <a:t>Restricted © Siemens Energy, 2020</a:t>
            </a:r>
          </a:p>
        </p:txBody>
      </p:sp>
      <p:sp>
        <p:nvSpPr>
          <p:cNvPr id="9" name="License statement">
            <a:extLst>
              <a:ext uri="{FF2B5EF4-FFF2-40B4-BE49-F238E27FC236}">
                <a16:creationId xmlns:a16="http://schemas.microsoft.com/office/drawing/2014/main" id="{76370656-D639-4E4F-858E-95D5F039AB42}"/>
              </a:ext>
            </a:extLst>
          </p:cNvPr>
          <p:cNvSpPr txBox="1"/>
          <p:nvPr userDrawn="1"/>
        </p:nvSpPr>
        <p:spPr>
          <a:xfrm>
            <a:off x="627063" y="6526800"/>
            <a:ext cx="5468936" cy="331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chemeClr val="accent6"/>
                </a:solidFill>
              </a:rPr>
              <a:t>Siemens Energy is a registered trademark licensed by Siemens AG.</a:t>
            </a: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25CE1A5C-9916-4F19-AAA4-EDA02A87A1B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 bwMode="black">
          <a:xfrm>
            <a:off x="10274163" y="468926"/>
            <a:ext cx="1440000" cy="49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2943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pictur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">
            <a:extLst>
              <a:ext uri="{FF2B5EF4-FFF2-40B4-BE49-F238E27FC236}">
                <a16:creationId xmlns:a16="http://schemas.microsoft.com/office/drawing/2014/main" id="{6FE31343-DBA1-4E1C-B310-3652C708DB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0183" t="26979" r="38146" b="31354"/>
          <a:stretch/>
        </p:blipFill>
        <p:spPr bwMode="invGray">
          <a:xfrm>
            <a:off x="1358" y="424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4D270123-9201-40C9-8724-1647E9A0C8F8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27062" y="1414800"/>
            <a:ext cx="5614988" cy="3114000"/>
          </a:xfrm>
        </p:spPr>
        <p:txBody>
          <a:bodyPr lIns="0" tIns="0" bIns="0" anchor="b"/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de-DE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6800291B-8951-48A6-AA08-05DDABDCE8A0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627064" y="4528800"/>
            <a:ext cx="5614986" cy="899252"/>
          </a:xfrm>
        </p:spPr>
        <p:txBody>
          <a:bodyPr lIns="0" tIns="108000" anchor="t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 of presentation,</a:t>
            </a:r>
            <a:br>
              <a:rPr lang="en-US" dirty="0"/>
            </a:br>
            <a:r>
              <a:rPr lang="en-US" dirty="0"/>
              <a:t>English, Month 2020</a:t>
            </a:r>
          </a:p>
        </p:txBody>
      </p:sp>
      <p:sp>
        <p:nvSpPr>
          <p:cNvPr id="20" name="Copyright">
            <a:extLst>
              <a:ext uri="{FF2B5EF4-FFF2-40B4-BE49-F238E27FC236}">
                <a16:creationId xmlns:a16="http://schemas.microsoft.com/office/drawing/2014/main" id="{D9F34F5F-2345-489B-AB7D-E407430D36F8}"/>
              </a:ext>
            </a:extLst>
          </p:cNvPr>
          <p:cNvSpPr txBox="1"/>
          <p:nvPr userDrawn="1"/>
        </p:nvSpPr>
        <p:spPr>
          <a:xfrm>
            <a:off x="6242050" y="6526800"/>
            <a:ext cx="5949950" cy="331200"/>
          </a:xfrm>
          <a:prstGeom prst="rect">
            <a:avLst/>
          </a:prstGeom>
          <a:noFill/>
        </p:spPr>
        <p:txBody>
          <a:bodyPr wrap="square" lIns="626400" tIns="0" rIns="482400" bIns="0" rtlCol="0">
            <a:noAutofit/>
          </a:bodyPr>
          <a:lstStyle/>
          <a:p>
            <a:pPr algn="r"/>
            <a:r>
              <a:rPr lang="en-US" sz="1000" b="0" noProof="0" dirty="0">
                <a:solidFill>
                  <a:schemeClr val="tx1"/>
                </a:solidFill>
              </a:rPr>
              <a:t>Restricted © Siemens Energy, 2020</a:t>
            </a:r>
          </a:p>
        </p:txBody>
      </p:sp>
      <p:sp>
        <p:nvSpPr>
          <p:cNvPr id="9" name="License statement">
            <a:extLst>
              <a:ext uri="{FF2B5EF4-FFF2-40B4-BE49-F238E27FC236}">
                <a16:creationId xmlns:a16="http://schemas.microsoft.com/office/drawing/2014/main" id="{990571EA-906B-4464-A50B-507D49D861B2}"/>
              </a:ext>
            </a:extLst>
          </p:cNvPr>
          <p:cNvSpPr txBox="1"/>
          <p:nvPr userDrawn="1"/>
        </p:nvSpPr>
        <p:spPr>
          <a:xfrm>
            <a:off x="627063" y="6526800"/>
            <a:ext cx="5468936" cy="331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chemeClr val="accent6"/>
                </a:solidFill>
              </a:rPr>
              <a:t>Siemens Energy is a registered trademark licensed by Siemens AG.</a:t>
            </a: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BB81BE19-DE56-4F9F-AB66-D4BBF7C2708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 bwMode="black">
          <a:xfrm>
            <a:off x="10274163" y="468926"/>
            <a:ext cx="1440000" cy="49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8937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pictur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">
            <a:extLst>
              <a:ext uri="{FF2B5EF4-FFF2-40B4-BE49-F238E27FC236}">
                <a16:creationId xmlns:a16="http://schemas.microsoft.com/office/drawing/2014/main" id="{6FE31343-DBA1-4E1C-B310-3652C708DB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675" t="21705" r="36127" b="36101"/>
          <a:stretch/>
        </p:blipFill>
        <p:spPr bwMode="invGray">
          <a:xfrm>
            <a:off x="0" y="424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4D270123-9201-40C9-8724-1647E9A0C8F8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27062" y="1414800"/>
            <a:ext cx="5614988" cy="3114000"/>
          </a:xfrm>
        </p:spPr>
        <p:txBody>
          <a:bodyPr lIns="0" tIns="0" bIns="0" anchor="b"/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de-DE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6800291B-8951-48A6-AA08-05DDABDCE8A0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627064" y="4528800"/>
            <a:ext cx="5614986" cy="899252"/>
          </a:xfrm>
        </p:spPr>
        <p:txBody>
          <a:bodyPr lIns="0" tIns="108000" anchor="t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 of presentation,</a:t>
            </a:r>
            <a:br>
              <a:rPr lang="en-US" dirty="0"/>
            </a:br>
            <a:r>
              <a:rPr lang="en-US" dirty="0"/>
              <a:t>English, Month 2020</a:t>
            </a:r>
          </a:p>
        </p:txBody>
      </p:sp>
      <p:sp>
        <p:nvSpPr>
          <p:cNvPr id="20" name="Copyright">
            <a:extLst>
              <a:ext uri="{FF2B5EF4-FFF2-40B4-BE49-F238E27FC236}">
                <a16:creationId xmlns:a16="http://schemas.microsoft.com/office/drawing/2014/main" id="{D9F34F5F-2345-489B-AB7D-E407430D36F8}"/>
              </a:ext>
            </a:extLst>
          </p:cNvPr>
          <p:cNvSpPr txBox="1"/>
          <p:nvPr userDrawn="1"/>
        </p:nvSpPr>
        <p:spPr>
          <a:xfrm>
            <a:off x="6242050" y="6526800"/>
            <a:ext cx="5949950" cy="331200"/>
          </a:xfrm>
          <a:prstGeom prst="rect">
            <a:avLst/>
          </a:prstGeom>
          <a:noFill/>
        </p:spPr>
        <p:txBody>
          <a:bodyPr wrap="square" lIns="626400" tIns="0" rIns="482400" bIns="0" rtlCol="0">
            <a:noAutofit/>
          </a:bodyPr>
          <a:lstStyle/>
          <a:p>
            <a:pPr algn="r"/>
            <a:r>
              <a:rPr lang="en-US" sz="1000" b="0" noProof="0" dirty="0">
                <a:solidFill>
                  <a:schemeClr val="tx1"/>
                </a:solidFill>
              </a:rPr>
              <a:t>Restricted © Siemens Energy, 2020</a:t>
            </a:r>
          </a:p>
        </p:txBody>
      </p:sp>
      <p:sp>
        <p:nvSpPr>
          <p:cNvPr id="9" name="License statement">
            <a:extLst>
              <a:ext uri="{FF2B5EF4-FFF2-40B4-BE49-F238E27FC236}">
                <a16:creationId xmlns:a16="http://schemas.microsoft.com/office/drawing/2014/main" id="{4BDFE179-90A8-4E57-BD6D-D55F6E97F6BE}"/>
              </a:ext>
            </a:extLst>
          </p:cNvPr>
          <p:cNvSpPr txBox="1"/>
          <p:nvPr userDrawn="1"/>
        </p:nvSpPr>
        <p:spPr>
          <a:xfrm>
            <a:off x="627063" y="6526800"/>
            <a:ext cx="5468936" cy="331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chemeClr val="accent6"/>
                </a:solidFill>
              </a:rPr>
              <a:t>Siemens Energy is a registered trademark licensed by Siemens AG.</a:t>
            </a: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78ABE4E0-FB97-4BF6-9DC1-70C0630092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 bwMode="black">
          <a:xfrm>
            <a:off x="10274163" y="468926"/>
            <a:ext cx="1440000" cy="49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2192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color fil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">
            <a:extLst>
              <a:ext uri="{FF2B5EF4-FFF2-40B4-BE49-F238E27FC236}">
                <a16:creationId xmlns:a16="http://schemas.microsoft.com/office/drawing/2014/main" id="{FA11A8A9-D061-4109-B5C4-C3047D9EDE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428"/>
            <a:ext cx="12191999" cy="6857143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4D270123-9201-40C9-8724-1647E9A0C8F8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27063" y="1414800"/>
            <a:ext cx="8207375" cy="3114000"/>
          </a:xfrm>
        </p:spPr>
        <p:txBody>
          <a:bodyPr lIns="0" tIns="0" bIns="0" anchor="b"/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de-DE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6800291B-8951-48A6-AA08-05DDABDCE8A0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627064" y="4528800"/>
            <a:ext cx="8207374" cy="899252"/>
          </a:xfrm>
        </p:spPr>
        <p:txBody>
          <a:bodyPr lIns="0" tIns="108000" anchor="t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 of presentation,</a:t>
            </a:r>
            <a:br>
              <a:rPr lang="en-US" dirty="0"/>
            </a:br>
            <a:r>
              <a:rPr lang="en-US" dirty="0"/>
              <a:t>English, Month 2020</a:t>
            </a:r>
          </a:p>
        </p:txBody>
      </p:sp>
      <p:sp>
        <p:nvSpPr>
          <p:cNvPr id="15" name="Copyright">
            <a:extLst>
              <a:ext uri="{FF2B5EF4-FFF2-40B4-BE49-F238E27FC236}">
                <a16:creationId xmlns:a16="http://schemas.microsoft.com/office/drawing/2014/main" id="{43B07ABE-0FDD-4360-94CB-BE49F6F0B457}"/>
              </a:ext>
            </a:extLst>
          </p:cNvPr>
          <p:cNvSpPr txBox="1"/>
          <p:nvPr userDrawn="1"/>
        </p:nvSpPr>
        <p:spPr>
          <a:xfrm>
            <a:off x="6242050" y="6526800"/>
            <a:ext cx="5949950" cy="331200"/>
          </a:xfrm>
          <a:prstGeom prst="rect">
            <a:avLst/>
          </a:prstGeom>
          <a:noFill/>
        </p:spPr>
        <p:txBody>
          <a:bodyPr wrap="square" lIns="626400" tIns="0" rIns="482400" bIns="0" rtlCol="0" anchor="t">
            <a:noAutofit/>
          </a:bodyPr>
          <a:lstStyle/>
          <a:p>
            <a:pPr algn="r"/>
            <a:r>
              <a:rPr lang="en-US" sz="1000" b="0" noProof="0" dirty="0">
                <a:solidFill>
                  <a:schemeClr val="tx1"/>
                </a:solidFill>
              </a:rPr>
              <a:t>Restricted © Siemens Energy, 2020</a:t>
            </a:r>
          </a:p>
        </p:txBody>
      </p:sp>
      <p:sp>
        <p:nvSpPr>
          <p:cNvPr id="8" name="License statement">
            <a:extLst>
              <a:ext uri="{FF2B5EF4-FFF2-40B4-BE49-F238E27FC236}">
                <a16:creationId xmlns:a16="http://schemas.microsoft.com/office/drawing/2014/main" id="{C0045C3A-1F21-44D0-8D93-8AC33A04C18C}"/>
              </a:ext>
            </a:extLst>
          </p:cNvPr>
          <p:cNvSpPr txBox="1"/>
          <p:nvPr userDrawn="1"/>
        </p:nvSpPr>
        <p:spPr>
          <a:xfrm>
            <a:off x="627063" y="6526800"/>
            <a:ext cx="5468936" cy="331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chemeClr val="accent6"/>
                </a:solidFill>
              </a:rPr>
              <a:t>Siemens Energy is a registered trademark licensed by Siemens AG.</a:t>
            </a: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BB76785D-9D19-41C9-8176-187EE5D79AE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 bwMode="black">
          <a:xfrm>
            <a:off x="10274163" y="468926"/>
            <a:ext cx="1440000" cy="49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9928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title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">
            <a:extLst>
              <a:ext uri="{FF2B5EF4-FFF2-40B4-BE49-F238E27FC236}">
                <a16:creationId xmlns:a16="http://schemas.microsoft.com/office/drawing/2014/main" id="{B5D6BABE-C707-41BC-BD10-0E77470B44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322" t="21730" r="39007" b="36603"/>
          <a:stretch/>
        </p:blipFill>
        <p:spPr bwMode="invGray">
          <a:xfrm>
            <a:off x="1361" y="421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4D270123-9201-40C9-8724-1647E9A0C8F8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27062" y="1414800"/>
            <a:ext cx="5614988" cy="3114000"/>
          </a:xfrm>
        </p:spPr>
        <p:txBody>
          <a:bodyPr lIns="0" tIns="0" bIns="0" anchor="b"/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Chapter divider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6800291B-8951-48A6-AA08-05DDABDCE8A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7064" y="4528800"/>
            <a:ext cx="5616000" cy="899252"/>
          </a:xfrm>
        </p:spPr>
        <p:txBody>
          <a:bodyPr lIns="0" tIns="108000" anchor="t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 of presentation,</a:t>
            </a:r>
            <a:br>
              <a:rPr lang="en-US" dirty="0"/>
            </a:br>
            <a:r>
              <a:rPr lang="en-US" dirty="0"/>
              <a:t>English, Month 2020</a:t>
            </a:r>
          </a:p>
        </p:txBody>
      </p:sp>
      <p:sp>
        <p:nvSpPr>
          <p:cNvPr id="20" name="Author | Department">
            <a:extLst>
              <a:ext uri="{FF2B5EF4-FFF2-40B4-BE49-F238E27FC236}">
                <a16:creationId xmlns:a16="http://schemas.microsoft.com/office/drawing/2014/main" id="{B5C9B423-8001-4689-BDBF-2B86ECB92366}"/>
              </a:ext>
            </a:extLst>
          </p:cNvPr>
          <p:cNvSpPr txBox="1"/>
          <p:nvPr userDrawn="1"/>
        </p:nvSpPr>
        <p:spPr>
          <a:xfrm>
            <a:off x="6242050" y="6166800"/>
            <a:ext cx="5949950" cy="360000"/>
          </a:xfrm>
          <a:prstGeom prst="rect">
            <a:avLst/>
          </a:prstGeom>
          <a:noFill/>
        </p:spPr>
        <p:txBody>
          <a:bodyPr wrap="square" lIns="0" tIns="0" rIns="835200" bIns="36000" rtlCol="0" anchor="b">
            <a:noAutofit/>
          </a:bodyPr>
          <a:lstStyle/>
          <a:p>
            <a:pPr algn="r"/>
            <a:r>
              <a:rPr lang="en-US" sz="1000" b="0" noProof="0" dirty="0">
                <a:solidFill>
                  <a:schemeClr val="tx1"/>
                </a:solidFill>
              </a:rPr>
              <a:t>Author | Department</a:t>
            </a:r>
          </a:p>
        </p:txBody>
      </p:sp>
      <p:sp>
        <p:nvSpPr>
          <p:cNvPr id="21" name="Copyright">
            <a:extLst>
              <a:ext uri="{FF2B5EF4-FFF2-40B4-BE49-F238E27FC236}">
                <a16:creationId xmlns:a16="http://schemas.microsoft.com/office/drawing/2014/main" id="{71CD5254-1CE6-48F0-ABFF-AA178A1005BA}"/>
              </a:ext>
            </a:extLst>
          </p:cNvPr>
          <p:cNvSpPr txBox="1"/>
          <p:nvPr userDrawn="1"/>
        </p:nvSpPr>
        <p:spPr>
          <a:xfrm>
            <a:off x="6242050" y="6526800"/>
            <a:ext cx="5949950" cy="331200"/>
          </a:xfrm>
          <a:prstGeom prst="rect">
            <a:avLst/>
          </a:prstGeom>
          <a:noFill/>
        </p:spPr>
        <p:txBody>
          <a:bodyPr wrap="square" lIns="626400" tIns="0" rIns="482400" bIns="0" rtlCol="0" anchor="t">
            <a:noAutofit/>
          </a:bodyPr>
          <a:lstStyle/>
          <a:p>
            <a:pPr algn="r"/>
            <a:r>
              <a:rPr lang="en-US" sz="1000" b="0" noProof="0" dirty="0">
                <a:solidFill>
                  <a:schemeClr val="tx1"/>
                </a:solidFill>
              </a:rPr>
              <a:t>Restricted © Siemens Energy, 2020</a:t>
            </a:r>
          </a:p>
        </p:txBody>
      </p:sp>
      <p:sp>
        <p:nvSpPr>
          <p:cNvPr id="22" name="Page">
            <a:extLst>
              <a:ext uri="{FF2B5EF4-FFF2-40B4-BE49-F238E27FC236}">
                <a16:creationId xmlns:a16="http://schemas.microsoft.com/office/drawing/2014/main" id="{C287CBD3-96E7-4B61-B6DD-46430F096AD8}"/>
              </a:ext>
            </a:extLst>
          </p:cNvPr>
          <p:cNvSpPr txBox="1"/>
          <p:nvPr userDrawn="1"/>
        </p:nvSpPr>
        <p:spPr>
          <a:xfrm>
            <a:off x="11364000" y="6166800"/>
            <a:ext cx="828000" cy="360000"/>
          </a:xfrm>
          <a:prstGeom prst="rect">
            <a:avLst/>
          </a:prstGeom>
          <a:noFill/>
        </p:spPr>
        <p:txBody>
          <a:bodyPr wrap="square" lIns="0" tIns="0" rIns="482400" bIns="36000" rtlCol="0" anchor="b">
            <a:noAutofit/>
          </a:bodyPr>
          <a:lstStyle/>
          <a:p>
            <a:pPr algn="r"/>
            <a:fld id="{6F7EFBA6-8CEB-40F4-B709-F27F7004ACFC}" type="slidenum">
              <a:rPr lang="en-US" sz="1000" b="1" noProof="0" smtClean="0">
                <a:solidFill>
                  <a:schemeClr val="tx1"/>
                </a:solidFill>
              </a:rPr>
              <a:t>‹#›</a:t>
            </a:fld>
            <a:endParaRPr lang="en-US" sz="1000" b="1" noProof="0" dirty="0">
              <a:solidFill>
                <a:schemeClr val="tx1"/>
              </a:solidFill>
            </a:endParaRPr>
          </a:p>
        </p:txBody>
      </p:sp>
      <p:sp>
        <p:nvSpPr>
          <p:cNvPr id="23" name="Date">
            <a:extLst>
              <a:ext uri="{FF2B5EF4-FFF2-40B4-BE49-F238E27FC236}">
                <a16:creationId xmlns:a16="http://schemas.microsoft.com/office/drawing/2014/main" id="{0108D4AB-9688-41D1-B0EE-85800E673924}"/>
              </a:ext>
            </a:extLst>
          </p:cNvPr>
          <p:cNvSpPr txBox="1"/>
          <p:nvPr userDrawn="1"/>
        </p:nvSpPr>
        <p:spPr>
          <a:xfrm>
            <a:off x="-1" y="6526800"/>
            <a:ext cx="1692000" cy="331200"/>
          </a:xfrm>
          <a:prstGeom prst="rect">
            <a:avLst/>
          </a:prstGeom>
          <a:noFill/>
        </p:spPr>
        <p:txBody>
          <a:bodyPr wrap="square" lIns="626400" tIns="0" rIns="0" bIns="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chemeClr val="tx1"/>
                </a:solidFill>
              </a:rPr>
              <a:t>YYYY-MM-DD</a:t>
            </a:r>
          </a:p>
        </p:txBody>
      </p:sp>
      <p:sp>
        <p:nvSpPr>
          <p:cNvPr id="11" name="License statement">
            <a:extLst>
              <a:ext uri="{FF2B5EF4-FFF2-40B4-BE49-F238E27FC236}">
                <a16:creationId xmlns:a16="http://schemas.microsoft.com/office/drawing/2014/main" id="{212F44C2-86F0-4F8F-80A6-4ED7F591836A}"/>
              </a:ext>
            </a:extLst>
          </p:cNvPr>
          <p:cNvSpPr txBox="1"/>
          <p:nvPr userDrawn="1"/>
        </p:nvSpPr>
        <p:spPr>
          <a:xfrm>
            <a:off x="1692000" y="6526800"/>
            <a:ext cx="4402800" cy="331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chemeClr val="accent6"/>
                </a:solidFill>
              </a:rPr>
              <a:t>Siemens Energy is a registered trademark licensed by Siemens AG.</a:t>
            </a:r>
          </a:p>
        </p:txBody>
      </p:sp>
      <p:pic>
        <p:nvPicPr>
          <p:cNvPr id="13" name="Logo">
            <a:extLst>
              <a:ext uri="{FF2B5EF4-FFF2-40B4-BE49-F238E27FC236}">
                <a16:creationId xmlns:a16="http://schemas.microsoft.com/office/drawing/2014/main" id="{1DC56BA1-A850-4AE0-A568-3D4B1B2442B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 bwMode="black">
          <a:xfrm>
            <a:off x="10274163" y="468926"/>
            <a:ext cx="1440000" cy="49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6124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title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">
            <a:extLst>
              <a:ext uri="{FF2B5EF4-FFF2-40B4-BE49-F238E27FC236}">
                <a16:creationId xmlns:a16="http://schemas.microsoft.com/office/drawing/2014/main" id="{048807C0-F913-457F-BC6F-5FF8BB950F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7845" t="23917" r="40484" b="34416"/>
          <a:stretch/>
        </p:blipFill>
        <p:spPr bwMode="invGray">
          <a:xfrm>
            <a:off x="0" y="636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4D270123-9201-40C9-8724-1647E9A0C8F8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27062" y="1414800"/>
            <a:ext cx="5614988" cy="3114000"/>
          </a:xfrm>
        </p:spPr>
        <p:txBody>
          <a:bodyPr lIns="0" tIns="0" bIns="0" anchor="b"/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Chapter divider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6800291B-8951-48A6-AA08-05DDABDCE8A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7064" y="4528800"/>
            <a:ext cx="5616000" cy="899252"/>
          </a:xfrm>
        </p:spPr>
        <p:txBody>
          <a:bodyPr lIns="0" tIns="108000" anchor="t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 of presentation,</a:t>
            </a:r>
            <a:br>
              <a:rPr lang="en-US" dirty="0"/>
            </a:br>
            <a:r>
              <a:rPr lang="en-US" dirty="0"/>
              <a:t>English, Month 2020</a:t>
            </a:r>
          </a:p>
        </p:txBody>
      </p:sp>
      <p:sp>
        <p:nvSpPr>
          <p:cNvPr id="20" name="Author | Department">
            <a:extLst>
              <a:ext uri="{FF2B5EF4-FFF2-40B4-BE49-F238E27FC236}">
                <a16:creationId xmlns:a16="http://schemas.microsoft.com/office/drawing/2014/main" id="{B5C9B423-8001-4689-BDBF-2B86ECB92366}"/>
              </a:ext>
            </a:extLst>
          </p:cNvPr>
          <p:cNvSpPr txBox="1"/>
          <p:nvPr userDrawn="1"/>
        </p:nvSpPr>
        <p:spPr>
          <a:xfrm>
            <a:off x="6242050" y="6166800"/>
            <a:ext cx="5949950" cy="360000"/>
          </a:xfrm>
          <a:prstGeom prst="rect">
            <a:avLst/>
          </a:prstGeom>
          <a:noFill/>
        </p:spPr>
        <p:txBody>
          <a:bodyPr wrap="square" lIns="0" tIns="0" rIns="835200" bIns="36000" rtlCol="0" anchor="b">
            <a:noAutofit/>
          </a:bodyPr>
          <a:lstStyle/>
          <a:p>
            <a:pPr algn="r"/>
            <a:r>
              <a:rPr lang="en-US" sz="1000" b="0" noProof="0" dirty="0">
                <a:solidFill>
                  <a:schemeClr val="tx1"/>
                </a:solidFill>
              </a:rPr>
              <a:t>Author | Department</a:t>
            </a:r>
          </a:p>
        </p:txBody>
      </p:sp>
      <p:sp>
        <p:nvSpPr>
          <p:cNvPr id="21" name="Copyright">
            <a:extLst>
              <a:ext uri="{FF2B5EF4-FFF2-40B4-BE49-F238E27FC236}">
                <a16:creationId xmlns:a16="http://schemas.microsoft.com/office/drawing/2014/main" id="{71CD5254-1CE6-48F0-ABFF-AA178A1005BA}"/>
              </a:ext>
            </a:extLst>
          </p:cNvPr>
          <p:cNvSpPr txBox="1"/>
          <p:nvPr userDrawn="1"/>
        </p:nvSpPr>
        <p:spPr>
          <a:xfrm>
            <a:off x="6242050" y="6526800"/>
            <a:ext cx="5949950" cy="331200"/>
          </a:xfrm>
          <a:prstGeom prst="rect">
            <a:avLst/>
          </a:prstGeom>
          <a:noFill/>
        </p:spPr>
        <p:txBody>
          <a:bodyPr wrap="square" lIns="626400" tIns="0" rIns="482400" bIns="0" rtlCol="0" anchor="t">
            <a:noAutofit/>
          </a:bodyPr>
          <a:lstStyle/>
          <a:p>
            <a:pPr algn="r"/>
            <a:r>
              <a:rPr lang="en-US" sz="1000" b="0" noProof="0" dirty="0">
                <a:solidFill>
                  <a:schemeClr val="tx1"/>
                </a:solidFill>
              </a:rPr>
              <a:t>Restricted © Siemens Energy, 2020</a:t>
            </a:r>
          </a:p>
        </p:txBody>
      </p:sp>
      <p:sp>
        <p:nvSpPr>
          <p:cNvPr id="22" name="Page">
            <a:extLst>
              <a:ext uri="{FF2B5EF4-FFF2-40B4-BE49-F238E27FC236}">
                <a16:creationId xmlns:a16="http://schemas.microsoft.com/office/drawing/2014/main" id="{C287CBD3-96E7-4B61-B6DD-46430F096AD8}"/>
              </a:ext>
            </a:extLst>
          </p:cNvPr>
          <p:cNvSpPr txBox="1"/>
          <p:nvPr userDrawn="1"/>
        </p:nvSpPr>
        <p:spPr>
          <a:xfrm>
            <a:off x="11364000" y="6166800"/>
            <a:ext cx="828000" cy="360000"/>
          </a:xfrm>
          <a:prstGeom prst="rect">
            <a:avLst/>
          </a:prstGeom>
          <a:noFill/>
        </p:spPr>
        <p:txBody>
          <a:bodyPr wrap="square" lIns="0" tIns="0" rIns="482400" bIns="36000" rtlCol="0" anchor="b">
            <a:noAutofit/>
          </a:bodyPr>
          <a:lstStyle/>
          <a:p>
            <a:pPr algn="r"/>
            <a:fld id="{6F7EFBA6-8CEB-40F4-B709-F27F7004ACFC}" type="slidenum">
              <a:rPr lang="en-US" sz="1000" b="1" noProof="0" smtClean="0">
                <a:solidFill>
                  <a:schemeClr val="tx1"/>
                </a:solidFill>
              </a:rPr>
              <a:t>‹#›</a:t>
            </a:fld>
            <a:endParaRPr lang="en-US" sz="1000" b="1" noProof="0" dirty="0">
              <a:solidFill>
                <a:schemeClr val="tx1"/>
              </a:solidFill>
            </a:endParaRPr>
          </a:p>
        </p:txBody>
      </p:sp>
      <p:sp>
        <p:nvSpPr>
          <p:cNvPr id="13" name="Date">
            <a:extLst>
              <a:ext uri="{FF2B5EF4-FFF2-40B4-BE49-F238E27FC236}">
                <a16:creationId xmlns:a16="http://schemas.microsoft.com/office/drawing/2014/main" id="{1DE39B38-513C-4C4B-9F03-FC4B2D200743}"/>
              </a:ext>
            </a:extLst>
          </p:cNvPr>
          <p:cNvSpPr txBox="1"/>
          <p:nvPr userDrawn="1"/>
        </p:nvSpPr>
        <p:spPr>
          <a:xfrm>
            <a:off x="-1" y="6526800"/>
            <a:ext cx="1692000" cy="331200"/>
          </a:xfrm>
          <a:prstGeom prst="rect">
            <a:avLst/>
          </a:prstGeom>
          <a:noFill/>
        </p:spPr>
        <p:txBody>
          <a:bodyPr wrap="square" lIns="626400" tIns="0" rIns="0" bIns="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chemeClr val="tx1"/>
                </a:solidFill>
              </a:rPr>
              <a:t>YYYY-MM-DD</a:t>
            </a:r>
          </a:p>
        </p:txBody>
      </p:sp>
      <p:sp>
        <p:nvSpPr>
          <p:cNvPr id="15" name="License statement">
            <a:extLst>
              <a:ext uri="{FF2B5EF4-FFF2-40B4-BE49-F238E27FC236}">
                <a16:creationId xmlns:a16="http://schemas.microsoft.com/office/drawing/2014/main" id="{B1801D01-5487-4711-ADA6-1F6955CFB9B8}"/>
              </a:ext>
            </a:extLst>
          </p:cNvPr>
          <p:cNvSpPr txBox="1"/>
          <p:nvPr userDrawn="1"/>
        </p:nvSpPr>
        <p:spPr>
          <a:xfrm>
            <a:off x="1692000" y="6526800"/>
            <a:ext cx="4402800" cy="331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chemeClr val="accent6"/>
                </a:solidFill>
              </a:rPr>
              <a:t>Siemens Energy is a registered trademark licensed by Siemens AG.</a:t>
            </a:r>
          </a:p>
        </p:txBody>
      </p:sp>
      <p:pic>
        <p:nvPicPr>
          <p:cNvPr id="12" name="Logo">
            <a:extLst>
              <a:ext uri="{FF2B5EF4-FFF2-40B4-BE49-F238E27FC236}">
                <a16:creationId xmlns:a16="http://schemas.microsoft.com/office/drawing/2014/main" id="{8DBB9C8C-1FFC-4C10-8923-5BB14464CDF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 bwMode="black">
          <a:xfrm>
            <a:off x="10274163" y="468926"/>
            <a:ext cx="1440000" cy="49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7305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title pictur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">
            <a:extLst>
              <a:ext uri="{FF2B5EF4-FFF2-40B4-BE49-F238E27FC236}">
                <a16:creationId xmlns:a16="http://schemas.microsoft.com/office/drawing/2014/main" id="{53CB57DE-2231-4FB5-89CE-5E957E5B7E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0183" t="26979" r="38146" b="31354"/>
          <a:stretch/>
        </p:blipFill>
        <p:spPr bwMode="invGray">
          <a:xfrm>
            <a:off x="1358" y="424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4D270123-9201-40C9-8724-1647E9A0C8F8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27062" y="1414800"/>
            <a:ext cx="5614988" cy="3114000"/>
          </a:xfrm>
        </p:spPr>
        <p:txBody>
          <a:bodyPr lIns="0" tIns="0" bIns="0" anchor="b"/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Chapter divider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6800291B-8951-48A6-AA08-05DDABDCE8A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7064" y="4528800"/>
            <a:ext cx="5616000" cy="899252"/>
          </a:xfrm>
        </p:spPr>
        <p:txBody>
          <a:bodyPr lIns="0" tIns="108000" anchor="t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 of presentation,</a:t>
            </a:r>
            <a:br>
              <a:rPr lang="en-US" dirty="0"/>
            </a:br>
            <a:r>
              <a:rPr lang="en-US" dirty="0"/>
              <a:t>English, Month 2020</a:t>
            </a:r>
          </a:p>
        </p:txBody>
      </p:sp>
      <p:sp>
        <p:nvSpPr>
          <p:cNvPr id="20" name="Author | Department">
            <a:extLst>
              <a:ext uri="{FF2B5EF4-FFF2-40B4-BE49-F238E27FC236}">
                <a16:creationId xmlns:a16="http://schemas.microsoft.com/office/drawing/2014/main" id="{B5C9B423-8001-4689-BDBF-2B86ECB92366}"/>
              </a:ext>
            </a:extLst>
          </p:cNvPr>
          <p:cNvSpPr txBox="1"/>
          <p:nvPr userDrawn="1"/>
        </p:nvSpPr>
        <p:spPr>
          <a:xfrm>
            <a:off x="6242050" y="6166800"/>
            <a:ext cx="5949950" cy="360000"/>
          </a:xfrm>
          <a:prstGeom prst="rect">
            <a:avLst/>
          </a:prstGeom>
          <a:noFill/>
        </p:spPr>
        <p:txBody>
          <a:bodyPr wrap="square" lIns="0" tIns="0" rIns="835200" bIns="36000" rtlCol="0" anchor="b">
            <a:noAutofit/>
          </a:bodyPr>
          <a:lstStyle/>
          <a:p>
            <a:pPr algn="r"/>
            <a:r>
              <a:rPr lang="en-US" sz="1000" b="0" noProof="0" dirty="0">
                <a:solidFill>
                  <a:schemeClr val="tx1"/>
                </a:solidFill>
              </a:rPr>
              <a:t>Author | Department</a:t>
            </a:r>
          </a:p>
        </p:txBody>
      </p:sp>
      <p:sp>
        <p:nvSpPr>
          <p:cNvPr id="21" name="Copyright">
            <a:extLst>
              <a:ext uri="{FF2B5EF4-FFF2-40B4-BE49-F238E27FC236}">
                <a16:creationId xmlns:a16="http://schemas.microsoft.com/office/drawing/2014/main" id="{71CD5254-1CE6-48F0-ABFF-AA178A1005BA}"/>
              </a:ext>
            </a:extLst>
          </p:cNvPr>
          <p:cNvSpPr txBox="1"/>
          <p:nvPr userDrawn="1"/>
        </p:nvSpPr>
        <p:spPr>
          <a:xfrm>
            <a:off x="6242050" y="6526800"/>
            <a:ext cx="5949950" cy="331200"/>
          </a:xfrm>
          <a:prstGeom prst="rect">
            <a:avLst/>
          </a:prstGeom>
          <a:noFill/>
        </p:spPr>
        <p:txBody>
          <a:bodyPr wrap="square" lIns="626400" tIns="0" rIns="482400" bIns="0" rtlCol="0" anchor="t">
            <a:noAutofit/>
          </a:bodyPr>
          <a:lstStyle/>
          <a:p>
            <a:pPr algn="r"/>
            <a:r>
              <a:rPr lang="en-US" sz="1000" b="0" noProof="0" dirty="0">
                <a:solidFill>
                  <a:schemeClr val="tx1"/>
                </a:solidFill>
              </a:rPr>
              <a:t>Restricted © Siemens Energy, 2020</a:t>
            </a:r>
          </a:p>
        </p:txBody>
      </p:sp>
      <p:sp>
        <p:nvSpPr>
          <p:cNvPr id="22" name="Page">
            <a:extLst>
              <a:ext uri="{FF2B5EF4-FFF2-40B4-BE49-F238E27FC236}">
                <a16:creationId xmlns:a16="http://schemas.microsoft.com/office/drawing/2014/main" id="{C287CBD3-96E7-4B61-B6DD-46430F096AD8}"/>
              </a:ext>
            </a:extLst>
          </p:cNvPr>
          <p:cNvSpPr txBox="1"/>
          <p:nvPr userDrawn="1"/>
        </p:nvSpPr>
        <p:spPr>
          <a:xfrm>
            <a:off x="11364000" y="6166800"/>
            <a:ext cx="828000" cy="360000"/>
          </a:xfrm>
          <a:prstGeom prst="rect">
            <a:avLst/>
          </a:prstGeom>
          <a:noFill/>
        </p:spPr>
        <p:txBody>
          <a:bodyPr wrap="square" lIns="0" tIns="0" rIns="482400" bIns="36000" rtlCol="0" anchor="b">
            <a:noAutofit/>
          </a:bodyPr>
          <a:lstStyle/>
          <a:p>
            <a:pPr algn="r"/>
            <a:fld id="{6F7EFBA6-8CEB-40F4-B709-F27F7004ACFC}" type="slidenum">
              <a:rPr lang="en-US" sz="1000" b="1" noProof="0" smtClean="0">
                <a:solidFill>
                  <a:schemeClr val="tx1"/>
                </a:solidFill>
              </a:rPr>
              <a:t>‹#›</a:t>
            </a:fld>
            <a:endParaRPr lang="en-US" sz="1000" b="1" noProof="0" dirty="0">
              <a:solidFill>
                <a:schemeClr val="tx1"/>
              </a:solidFill>
            </a:endParaRPr>
          </a:p>
        </p:txBody>
      </p:sp>
      <p:sp>
        <p:nvSpPr>
          <p:cNvPr id="13" name="Date">
            <a:extLst>
              <a:ext uri="{FF2B5EF4-FFF2-40B4-BE49-F238E27FC236}">
                <a16:creationId xmlns:a16="http://schemas.microsoft.com/office/drawing/2014/main" id="{DB1A54EC-A3D1-455B-9B10-BD6E66386C62}"/>
              </a:ext>
            </a:extLst>
          </p:cNvPr>
          <p:cNvSpPr txBox="1"/>
          <p:nvPr userDrawn="1"/>
        </p:nvSpPr>
        <p:spPr>
          <a:xfrm>
            <a:off x="-1" y="6526800"/>
            <a:ext cx="1692000" cy="331200"/>
          </a:xfrm>
          <a:prstGeom prst="rect">
            <a:avLst/>
          </a:prstGeom>
          <a:noFill/>
        </p:spPr>
        <p:txBody>
          <a:bodyPr wrap="square" lIns="626400" tIns="0" rIns="0" bIns="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chemeClr val="tx1"/>
                </a:solidFill>
              </a:rPr>
              <a:t>YYYY-MM-DD</a:t>
            </a:r>
          </a:p>
        </p:txBody>
      </p:sp>
      <p:sp>
        <p:nvSpPr>
          <p:cNvPr id="15" name="License statement">
            <a:extLst>
              <a:ext uri="{FF2B5EF4-FFF2-40B4-BE49-F238E27FC236}">
                <a16:creationId xmlns:a16="http://schemas.microsoft.com/office/drawing/2014/main" id="{856ED8E8-9807-4F50-A174-877DAAC140D0}"/>
              </a:ext>
            </a:extLst>
          </p:cNvPr>
          <p:cNvSpPr txBox="1"/>
          <p:nvPr userDrawn="1"/>
        </p:nvSpPr>
        <p:spPr>
          <a:xfrm>
            <a:off x="1692000" y="6526800"/>
            <a:ext cx="4402800" cy="331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chemeClr val="accent6"/>
                </a:solidFill>
              </a:rPr>
              <a:t>Siemens Energy is a registered trademark licensed by Siemens AG.</a:t>
            </a: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56610667-D1F1-4DB1-8951-934EF4B90CE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 bwMode="black">
          <a:xfrm>
            <a:off x="10274163" y="468926"/>
            <a:ext cx="1440000" cy="49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1667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title pictur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">
            <a:extLst>
              <a:ext uri="{FF2B5EF4-FFF2-40B4-BE49-F238E27FC236}">
                <a16:creationId xmlns:a16="http://schemas.microsoft.com/office/drawing/2014/main" id="{CDC7F29D-098B-44AE-92AB-834812CDDF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675" t="21705" r="36127" b="36101"/>
          <a:stretch/>
        </p:blipFill>
        <p:spPr bwMode="invGray">
          <a:xfrm>
            <a:off x="0" y="424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4D270123-9201-40C9-8724-1647E9A0C8F8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27062" y="1414800"/>
            <a:ext cx="5614988" cy="3114000"/>
          </a:xfrm>
        </p:spPr>
        <p:txBody>
          <a:bodyPr lIns="0" tIns="0" bIns="0" anchor="b"/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Chapter divider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6800291B-8951-48A6-AA08-05DDABDCE8A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7064" y="4528800"/>
            <a:ext cx="5616000" cy="899252"/>
          </a:xfrm>
        </p:spPr>
        <p:txBody>
          <a:bodyPr lIns="0" tIns="108000" anchor="t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 of presentation,</a:t>
            </a:r>
            <a:br>
              <a:rPr lang="en-US" dirty="0"/>
            </a:br>
            <a:r>
              <a:rPr lang="en-US" dirty="0"/>
              <a:t>English, Month 2020</a:t>
            </a:r>
          </a:p>
        </p:txBody>
      </p:sp>
      <p:sp>
        <p:nvSpPr>
          <p:cNvPr id="20" name="Author | Department">
            <a:extLst>
              <a:ext uri="{FF2B5EF4-FFF2-40B4-BE49-F238E27FC236}">
                <a16:creationId xmlns:a16="http://schemas.microsoft.com/office/drawing/2014/main" id="{B5C9B423-8001-4689-BDBF-2B86ECB92366}"/>
              </a:ext>
            </a:extLst>
          </p:cNvPr>
          <p:cNvSpPr txBox="1"/>
          <p:nvPr userDrawn="1"/>
        </p:nvSpPr>
        <p:spPr>
          <a:xfrm>
            <a:off x="6242050" y="6166800"/>
            <a:ext cx="5949950" cy="360000"/>
          </a:xfrm>
          <a:prstGeom prst="rect">
            <a:avLst/>
          </a:prstGeom>
          <a:noFill/>
        </p:spPr>
        <p:txBody>
          <a:bodyPr wrap="square" lIns="0" tIns="0" rIns="835200" bIns="36000" rtlCol="0" anchor="b">
            <a:noAutofit/>
          </a:bodyPr>
          <a:lstStyle/>
          <a:p>
            <a:pPr algn="r"/>
            <a:r>
              <a:rPr lang="en-US" sz="1000" b="0" noProof="0" dirty="0">
                <a:solidFill>
                  <a:schemeClr val="tx1"/>
                </a:solidFill>
              </a:rPr>
              <a:t>Author | Department</a:t>
            </a:r>
          </a:p>
        </p:txBody>
      </p:sp>
      <p:sp>
        <p:nvSpPr>
          <p:cNvPr id="21" name="Copyright">
            <a:extLst>
              <a:ext uri="{FF2B5EF4-FFF2-40B4-BE49-F238E27FC236}">
                <a16:creationId xmlns:a16="http://schemas.microsoft.com/office/drawing/2014/main" id="{71CD5254-1CE6-48F0-ABFF-AA178A1005BA}"/>
              </a:ext>
            </a:extLst>
          </p:cNvPr>
          <p:cNvSpPr txBox="1"/>
          <p:nvPr userDrawn="1"/>
        </p:nvSpPr>
        <p:spPr>
          <a:xfrm>
            <a:off x="6242050" y="6526800"/>
            <a:ext cx="5949950" cy="331200"/>
          </a:xfrm>
          <a:prstGeom prst="rect">
            <a:avLst/>
          </a:prstGeom>
          <a:noFill/>
        </p:spPr>
        <p:txBody>
          <a:bodyPr wrap="square" lIns="626400" tIns="0" rIns="482400" bIns="0" rtlCol="0" anchor="t">
            <a:noAutofit/>
          </a:bodyPr>
          <a:lstStyle/>
          <a:p>
            <a:pPr algn="r"/>
            <a:r>
              <a:rPr lang="en-US" sz="1000" b="0" noProof="0" dirty="0">
                <a:solidFill>
                  <a:schemeClr val="tx1"/>
                </a:solidFill>
              </a:rPr>
              <a:t>Restricted © Siemens Energy, 2020</a:t>
            </a:r>
          </a:p>
        </p:txBody>
      </p:sp>
      <p:sp>
        <p:nvSpPr>
          <p:cNvPr id="22" name="Page">
            <a:extLst>
              <a:ext uri="{FF2B5EF4-FFF2-40B4-BE49-F238E27FC236}">
                <a16:creationId xmlns:a16="http://schemas.microsoft.com/office/drawing/2014/main" id="{C287CBD3-96E7-4B61-B6DD-46430F096AD8}"/>
              </a:ext>
            </a:extLst>
          </p:cNvPr>
          <p:cNvSpPr txBox="1"/>
          <p:nvPr userDrawn="1"/>
        </p:nvSpPr>
        <p:spPr>
          <a:xfrm>
            <a:off x="11364000" y="6166800"/>
            <a:ext cx="828000" cy="360000"/>
          </a:xfrm>
          <a:prstGeom prst="rect">
            <a:avLst/>
          </a:prstGeom>
          <a:noFill/>
        </p:spPr>
        <p:txBody>
          <a:bodyPr wrap="square" lIns="0" tIns="0" rIns="482400" bIns="36000" rtlCol="0" anchor="b">
            <a:noAutofit/>
          </a:bodyPr>
          <a:lstStyle/>
          <a:p>
            <a:pPr algn="r"/>
            <a:fld id="{6F7EFBA6-8CEB-40F4-B709-F27F7004ACFC}" type="slidenum">
              <a:rPr lang="en-US" sz="1000" b="1" noProof="0" smtClean="0">
                <a:solidFill>
                  <a:schemeClr val="tx1"/>
                </a:solidFill>
              </a:rPr>
              <a:t>‹#›</a:t>
            </a:fld>
            <a:endParaRPr lang="en-US" sz="1000" b="1" noProof="0" dirty="0">
              <a:solidFill>
                <a:schemeClr val="tx1"/>
              </a:solidFill>
            </a:endParaRPr>
          </a:p>
        </p:txBody>
      </p:sp>
      <p:sp>
        <p:nvSpPr>
          <p:cNvPr id="13" name="Date">
            <a:extLst>
              <a:ext uri="{FF2B5EF4-FFF2-40B4-BE49-F238E27FC236}">
                <a16:creationId xmlns:a16="http://schemas.microsoft.com/office/drawing/2014/main" id="{6087BB6B-DC15-4BC4-A21C-1782CB4DA419}"/>
              </a:ext>
            </a:extLst>
          </p:cNvPr>
          <p:cNvSpPr txBox="1"/>
          <p:nvPr userDrawn="1"/>
        </p:nvSpPr>
        <p:spPr>
          <a:xfrm>
            <a:off x="-1" y="6526800"/>
            <a:ext cx="1692000" cy="331200"/>
          </a:xfrm>
          <a:prstGeom prst="rect">
            <a:avLst/>
          </a:prstGeom>
          <a:noFill/>
        </p:spPr>
        <p:txBody>
          <a:bodyPr wrap="square" lIns="626400" tIns="0" rIns="0" bIns="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chemeClr val="tx1"/>
                </a:solidFill>
              </a:rPr>
              <a:t>YYYY-MM-DD</a:t>
            </a:r>
          </a:p>
        </p:txBody>
      </p:sp>
      <p:sp>
        <p:nvSpPr>
          <p:cNvPr id="15" name="License statement">
            <a:extLst>
              <a:ext uri="{FF2B5EF4-FFF2-40B4-BE49-F238E27FC236}">
                <a16:creationId xmlns:a16="http://schemas.microsoft.com/office/drawing/2014/main" id="{E9F4ECED-AAEC-41AE-AE05-A9B81D388383}"/>
              </a:ext>
            </a:extLst>
          </p:cNvPr>
          <p:cNvSpPr txBox="1"/>
          <p:nvPr userDrawn="1"/>
        </p:nvSpPr>
        <p:spPr>
          <a:xfrm>
            <a:off x="1692000" y="6526800"/>
            <a:ext cx="4402800" cy="331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chemeClr val="accent6"/>
                </a:solidFill>
              </a:rPr>
              <a:t>Siemens Energy is a registered trademark licensed by Siemens AG.</a:t>
            </a:r>
          </a:p>
        </p:txBody>
      </p:sp>
      <p:pic>
        <p:nvPicPr>
          <p:cNvPr id="12" name="Logo">
            <a:extLst>
              <a:ext uri="{FF2B5EF4-FFF2-40B4-BE49-F238E27FC236}">
                <a16:creationId xmlns:a16="http://schemas.microsoft.com/office/drawing/2014/main" id="{F208A3C6-5ED3-47CD-95C4-12C8971DEF0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 bwMode="black">
          <a:xfrm>
            <a:off x="10274163" y="468926"/>
            <a:ext cx="1440000" cy="49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3586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color fi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D270123-9201-40C9-8724-1647E9A0C8F8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27063" y="1414800"/>
            <a:ext cx="8207375" cy="3114000"/>
          </a:xfrm>
        </p:spPr>
        <p:txBody>
          <a:bodyPr lIns="0" tIns="0" bIns="0" anchor="b"/>
          <a:lstStyle>
            <a:lvl1pPr algn="l">
              <a:defRPr sz="4400">
                <a:solidFill>
                  <a:schemeClr val="accent2"/>
                </a:solidFill>
              </a:defRPr>
            </a:lvl1pPr>
          </a:lstStyle>
          <a:p>
            <a:r>
              <a:rPr lang="en-US" noProof="0" dirty="0"/>
              <a:t>Chapter divider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6800291B-8951-48A6-AA08-05DDABDCE8A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7064" y="4528800"/>
            <a:ext cx="8208000" cy="899252"/>
          </a:xfrm>
        </p:spPr>
        <p:txBody>
          <a:bodyPr lIns="0" tIns="108000" anchor="t">
            <a:noAutofit/>
          </a:bodyPr>
          <a:lstStyle>
            <a:lvl1pPr marL="0" indent="0" algn="l">
              <a:buNone/>
              <a:defRPr sz="1500" b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 of presentation,</a:t>
            </a:r>
            <a:br>
              <a:rPr lang="en-US" dirty="0"/>
            </a:br>
            <a:r>
              <a:rPr lang="en-US" dirty="0"/>
              <a:t>English, Month 2020</a:t>
            </a:r>
          </a:p>
        </p:txBody>
      </p:sp>
      <p:sp>
        <p:nvSpPr>
          <p:cNvPr id="7" name="License statement">
            <a:extLst>
              <a:ext uri="{FF2B5EF4-FFF2-40B4-BE49-F238E27FC236}">
                <a16:creationId xmlns:a16="http://schemas.microsoft.com/office/drawing/2014/main" id="{D0DCD031-C87D-4337-8B6F-81915A0662B8}"/>
              </a:ext>
            </a:extLst>
          </p:cNvPr>
          <p:cNvSpPr txBox="1"/>
          <p:nvPr userDrawn="1"/>
        </p:nvSpPr>
        <p:spPr>
          <a:xfrm>
            <a:off x="1692000" y="6526800"/>
            <a:ext cx="4402800" cy="331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chemeClr val="accent6"/>
                </a:solidFill>
              </a:rPr>
              <a:t>Siemens Energy is a registered trademark licensed by Siemens AG.</a:t>
            </a:r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4774ED4C-2CE3-4F97-9292-1D483D04AB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black">
          <a:xfrm>
            <a:off x="10274163" y="468926"/>
            <a:ext cx="1439999" cy="49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0552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title color fill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Background">
            <a:extLst>
              <a:ext uri="{FF2B5EF4-FFF2-40B4-BE49-F238E27FC236}">
                <a16:creationId xmlns:a16="http://schemas.microsoft.com/office/drawing/2014/main" id="{5EEEC47E-29AF-4B44-A9C9-06E5C65189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428"/>
            <a:ext cx="12191999" cy="6857143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4D270123-9201-40C9-8724-1647E9A0C8F8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27063" y="1414800"/>
            <a:ext cx="8207375" cy="3114000"/>
          </a:xfrm>
        </p:spPr>
        <p:txBody>
          <a:bodyPr lIns="0" tIns="0" bIns="0" anchor="b"/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Chapter divider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6800291B-8951-48A6-AA08-05DDABDCE8A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7064" y="4528800"/>
            <a:ext cx="8208000" cy="899252"/>
          </a:xfrm>
        </p:spPr>
        <p:txBody>
          <a:bodyPr lIns="0" tIns="108000" anchor="t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 of presentation,</a:t>
            </a:r>
            <a:br>
              <a:rPr lang="en-US" dirty="0"/>
            </a:br>
            <a:r>
              <a:rPr lang="en-US" dirty="0"/>
              <a:t>English, Month 2020</a:t>
            </a:r>
          </a:p>
        </p:txBody>
      </p:sp>
      <p:sp>
        <p:nvSpPr>
          <p:cNvPr id="21" name="Author | Department">
            <a:extLst>
              <a:ext uri="{FF2B5EF4-FFF2-40B4-BE49-F238E27FC236}">
                <a16:creationId xmlns:a16="http://schemas.microsoft.com/office/drawing/2014/main" id="{D68DCDC5-4F2B-44B6-8F0F-820176DFF1B3}"/>
              </a:ext>
            </a:extLst>
          </p:cNvPr>
          <p:cNvSpPr txBox="1"/>
          <p:nvPr userDrawn="1"/>
        </p:nvSpPr>
        <p:spPr>
          <a:xfrm>
            <a:off x="6242050" y="6166800"/>
            <a:ext cx="5949950" cy="360000"/>
          </a:xfrm>
          <a:prstGeom prst="rect">
            <a:avLst/>
          </a:prstGeom>
          <a:noFill/>
        </p:spPr>
        <p:txBody>
          <a:bodyPr wrap="square" lIns="0" tIns="0" rIns="835200" bIns="36000" rtlCol="0" anchor="b">
            <a:noAutofit/>
          </a:bodyPr>
          <a:lstStyle/>
          <a:p>
            <a:pPr algn="r"/>
            <a:r>
              <a:rPr lang="en-US" sz="1000" b="0" noProof="0" dirty="0">
                <a:solidFill>
                  <a:schemeClr val="tx1"/>
                </a:solidFill>
              </a:rPr>
              <a:t>Author | Department</a:t>
            </a:r>
          </a:p>
        </p:txBody>
      </p:sp>
      <p:sp>
        <p:nvSpPr>
          <p:cNvPr id="22" name="Copyright">
            <a:extLst>
              <a:ext uri="{FF2B5EF4-FFF2-40B4-BE49-F238E27FC236}">
                <a16:creationId xmlns:a16="http://schemas.microsoft.com/office/drawing/2014/main" id="{7F37D979-5873-43CB-B2A0-7F29413E1A8E}"/>
              </a:ext>
            </a:extLst>
          </p:cNvPr>
          <p:cNvSpPr txBox="1"/>
          <p:nvPr userDrawn="1"/>
        </p:nvSpPr>
        <p:spPr>
          <a:xfrm>
            <a:off x="6242050" y="6526800"/>
            <a:ext cx="5949950" cy="331200"/>
          </a:xfrm>
          <a:prstGeom prst="rect">
            <a:avLst/>
          </a:prstGeom>
          <a:noFill/>
        </p:spPr>
        <p:txBody>
          <a:bodyPr wrap="square" lIns="626400" tIns="0" rIns="482400" bIns="0" rtlCol="0" anchor="t">
            <a:noAutofit/>
          </a:bodyPr>
          <a:lstStyle/>
          <a:p>
            <a:pPr algn="r"/>
            <a:r>
              <a:rPr lang="en-US" sz="1000" b="0" noProof="0" dirty="0">
                <a:solidFill>
                  <a:schemeClr val="tx1"/>
                </a:solidFill>
              </a:rPr>
              <a:t>Restricted © Siemens Energy, 2020</a:t>
            </a:r>
          </a:p>
        </p:txBody>
      </p:sp>
      <p:sp>
        <p:nvSpPr>
          <p:cNvPr id="23" name="Page">
            <a:extLst>
              <a:ext uri="{FF2B5EF4-FFF2-40B4-BE49-F238E27FC236}">
                <a16:creationId xmlns:a16="http://schemas.microsoft.com/office/drawing/2014/main" id="{03A6209B-0B23-4B14-8B9F-CD213A6E0968}"/>
              </a:ext>
            </a:extLst>
          </p:cNvPr>
          <p:cNvSpPr txBox="1"/>
          <p:nvPr userDrawn="1"/>
        </p:nvSpPr>
        <p:spPr>
          <a:xfrm>
            <a:off x="11364000" y="6166800"/>
            <a:ext cx="828000" cy="360000"/>
          </a:xfrm>
          <a:prstGeom prst="rect">
            <a:avLst/>
          </a:prstGeom>
          <a:noFill/>
        </p:spPr>
        <p:txBody>
          <a:bodyPr wrap="square" lIns="0" tIns="0" rIns="482400" bIns="36000" rtlCol="0" anchor="b">
            <a:noAutofit/>
          </a:bodyPr>
          <a:lstStyle/>
          <a:p>
            <a:pPr algn="r"/>
            <a:fld id="{6F7EFBA6-8CEB-40F4-B709-F27F7004ACFC}" type="slidenum">
              <a:rPr lang="en-US" sz="1000" b="1" noProof="0" smtClean="0">
                <a:solidFill>
                  <a:schemeClr val="tx1"/>
                </a:solidFill>
              </a:rPr>
              <a:t>‹#›</a:t>
            </a:fld>
            <a:endParaRPr lang="en-US" sz="1000" b="1" noProof="0" dirty="0">
              <a:solidFill>
                <a:schemeClr val="tx1"/>
              </a:solidFill>
            </a:endParaRPr>
          </a:p>
        </p:txBody>
      </p:sp>
      <p:sp>
        <p:nvSpPr>
          <p:cNvPr id="14" name="Date">
            <a:extLst>
              <a:ext uri="{FF2B5EF4-FFF2-40B4-BE49-F238E27FC236}">
                <a16:creationId xmlns:a16="http://schemas.microsoft.com/office/drawing/2014/main" id="{135B676A-1967-447F-9CAE-69D52FC83DD5}"/>
              </a:ext>
            </a:extLst>
          </p:cNvPr>
          <p:cNvSpPr txBox="1"/>
          <p:nvPr userDrawn="1"/>
        </p:nvSpPr>
        <p:spPr>
          <a:xfrm>
            <a:off x="-1" y="6526800"/>
            <a:ext cx="1692000" cy="331200"/>
          </a:xfrm>
          <a:prstGeom prst="rect">
            <a:avLst/>
          </a:prstGeom>
          <a:noFill/>
        </p:spPr>
        <p:txBody>
          <a:bodyPr wrap="square" lIns="626400" tIns="0" rIns="0" bIns="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chemeClr val="tx1"/>
                </a:solidFill>
              </a:rPr>
              <a:t>YYYY-MM-DD</a:t>
            </a:r>
          </a:p>
        </p:txBody>
      </p:sp>
      <p:sp>
        <p:nvSpPr>
          <p:cNvPr id="15" name="License statement">
            <a:extLst>
              <a:ext uri="{FF2B5EF4-FFF2-40B4-BE49-F238E27FC236}">
                <a16:creationId xmlns:a16="http://schemas.microsoft.com/office/drawing/2014/main" id="{9FD4DA83-51C4-4A4B-A278-BEF26AF8F17F}"/>
              </a:ext>
            </a:extLst>
          </p:cNvPr>
          <p:cNvSpPr txBox="1"/>
          <p:nvPr userDrawn="1"/>
        </p:nvSpPr>
        <p:spPr>
          <a:xfrm>
            <a:off x="1692000" y="6526800"/>
            <a:ext cx="4402800" cy="331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chemeClr val="accent6"/>
                </a:solidFill>
              </a:rPr>
              <a:t>Siemens Energy is a registered trademark licensed by Siemens AG.</a:t>
            </a: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387AABCF-4385-4691-9A06-00F20F9065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 bwMode="black">
          <a:xfrm>
            <a:off x="10274163" y="468926"/>
            <a:ext cx="1440000" cy="49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4104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title color fill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8417E295-392C-44FE-8176-B174ED9A229B}"/>
              </a:ext>
            </a:extLst>
          </p:cNvPr>
          <p:cNvSpPr/>
          <p:nvPr userDrawn="1"/>
        </p:nvSpPr>
        <p:spPr bwMode="invGray">
          <a:xfrm>
            <a:off x="-2" y="0"/>
            <a:ext cx="1219200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D270123-9201-40C9-8724-1647E9A0C8F8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27063" y="1414800"/>
            <a:ext cx="8207375" cy="3114000"/>
          </a:xfrm>
        </p:spPr>
        <p:txBody>
          <a:bodyPr lIns="0" tIns="0" bIns="0" anchor="b"/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Chapter divider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6800291B-8951-48A6-AA08-05DDABDCE8A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7064" y="4528800"/>
            <a:ext cx="8208000" cy="899252"/>
          </a:xfrm>
        </p:spPr>
        <p:txBody>
          <a:bodyPr lIns="0" tIns="108000" anchor="t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 of presentation,</a:t>
            </a:r>
            <a:br>
              <a:rPr lang="en-US" dirty="0"/>
            </a:br>
            <a:r>
              <a:rPr lang="en-US" dirty="0"/>
              <a:t>English, Month 2020</a:t>
            </a:r>
          </a:p>
        </p:txBody>
      </p:sp>
      <p:sp>
        <p:nvSpPr>
          <p:cNvPr id="17" name="Author | Department">
            <a:extLst>
              <a:ext uri="{FF2B5EF4-FFF2-40B4-BE49-F238E27FC236}">
                <a16:creationId xmlns:a16="http://schemas.microsoft.com/office/drawing/2014/main" id="{26DFA7DF-409A-4EF9-98B8-082D9F0DFFA2}"/>
              </a:ext>
            </a:extLst>
          </p:cNvPr>
          <p:cNvSpPr txBox="1"/>
          <p:nvPr userDrawn="1"/>
        </p:nvSpPr>
        <p:spPr>
          <a:xfrm>
            <a:off x="6242050" y="6166800"/>
            <a:ext cx="5949950" cy="360000"/>
          </a:xfrm>
          <a:prstGeom prst="rect">
            <a:avLst/>
          </a:prstGeom>
          <a:noFill/>
        </p:spPr>
        <p:txBody>
          <a:bodyPr wrap="square" lIns="0" tIns="0" rIns="835200" bIns="36000" rtlCol="0" anchor="b">
            <a:noAutofit/>
          </a:bodyPr>
          <a:lstStyle/>
          <a:p>
            <a:pPr algn="r"/>
            <a:r>
              <a:rPr lang="en-US" sz="1000" b="0" noProof="0" dirty="0">
                <a:solidFill>
                  <a:schemeClr val="tx1"/>
                </a:solidFill>
              </a:rPr>
              <a:t>Author | Department</a:t>
            </a:r>
          </a:p>
        </p:txBody>
      </p:sp>
      <p:sp>
        <p:nvSpPr>
          <p:cNvPr id="18" name="Copyright">
            <a:extLst>
              <a:ext uri="{FF2B5EF4-FFF2-40B4-BE49-F238E27FC236}">
                <a16:creationId xmlns:a16="http://schemas.microsoft.com/office/drawing/2014/main" id="{FBB07F48-7C23-4EE9-98FE-9F1E3B2F0CF9}"/>
              </a:ext>
            </a:extLst>
          </p:cNvPr>
          <p:cNvSpPr txBox="1"/>
          <p:nvPr userDrawn="1"/>
        </p:nvSpPr>
        <p:spPr>
          <a:xfrm>
            <a:off x="6242050" y="6526800"/>
            <a:ext cx="5949950" cy="331200"/>
          </a:xfrm>
          <a:prstGeom prst="rect">
            <a:avLst/>
          </a:prstGeom>
          <a:noFill/>
        </p:spPr>
        <p:txBody>
          <a:bodyPr wrap="square" lIns="626400" tIns="0" rIns="482400" bIns="0" rtlCol="0" anchor="t">
            <a:noAutofit/>
          </a:bodyPr>
          <a:lstStyle/>
          <a:p>
            <a:pPr algn="r"/>
            <a:r>
              <a:rPr lang="en-US" sz="1000" b="0" noProof="0" dirty="0">
                <a:solidFill>
                  <a:schemeClr val="tx1"/>
                </a:solidFill>
              </a:rPr>
              <a:t>Restricted © Siemens Energy, 2020</a:t>
            </a:r>
          </a:p>
        </p:txBody>
      </p:sp>
      <p:sp>
        <p:nvSpPr>
          <p:cNvPr id="19" name="Page">
            <a:extLst>
              <a:ext uri="{FF2B5EF4-FFF2-40B4-BE49-F238E27FC236}">
                <a16:creationId xmlns:a16="http://schemas.microsoft.com/office/drawing/2014/main" id="{729C0801-E71C-4366-8677-B076F4D6C490}"/>
              </a:ext>
            </a:extLst>
          </p:cNvPr>
          <p:cNvSpPr txBox="1"/>
          <p:nvPr userDrawn="1"/>
        </p:nvSpPr>
        <p:spPr>
          <a:xfrm>
            <a:off x="11364000" y="6166800"/>
            <a:ext cx="828000" cy="360000"/>
          </a:xfrm>
          <a:prstGeom prst="rect">
            <a:avLst/>
          </a:prstGeom>
          <a:noFill/>
        </p:spPr>
        <p:txBody>
          <a:bodyPr wrap="square" lIns="0" tIns="0" rIns="482400" bIns="36000" rtlCol="0" anchor="b">
            <a:noAutofit/>
          </a:bodyPr>
          <a:lstStyle/>
          <a:p>
            <a:pPr algn="r"/>
            <a:fld id="{6F7EFBA6-8CEB-40F4-B709-F27F7004ACFC}" type="slidenum">
              <a:rPr lang="en-US" sz="1000" b="1" noProof="0" smtClean="0">
                <a:solidFill>
                  <a:schemeClr val="tx1"/>
                </a:solidFill>
              </a:rPr>
              <a:t>‹#›</a:t>
            </a:fld>
            <a:endParaRPr lang="en-US" sz="1000" b="1" noProof="0" dirty="0">
              <a:solidFill>
                <a:schemeClr val="tx1"/>
              </a:solidFill>
            </a:endParaRPr>
          </a:p>
        </p:txBody>
      </p:sp>
      <p:sp>
        <p:nvSpPr>
          <p:cNvPr id="12" name="Date">
            <a:extLst>
              <a:ext uri="{FF2B5EF4-FFF2-40B4-BE49-F238E27FC236}">
                <a16:creationId xmlns:a16="http://schemas.microsoft.com/office/drawing/2014/main" id="{82BE5B3D-7992-492A-8060-97136D5B3973}"/>
              </a:ext>
            </a:extLst>
          </p:cNvPr>
          <p:cNvSpPr txBox="1"/>
          <p:nvPr userDrawn="1"/>
        </p:nvSpPr>
        <p:spPr>
          <a:xfrm>
            <a:off x="-1" y="6526800"/>
            <a:ext cx="1692000" cy="331200"/>
          </a:xfrm>
          <a:prstGeom prst="rect">
            <a:avLst/>
          </a:prstGeom>
          <a:noFill/>
        </p:spPr>
        <p:txBody>
          <a:bodyPr wrap="square" lIns="626400" tIns="0" rIns="0" bIns="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chemeClr val="tx1"/>
                </a:solidFill>
              </a:rPr>
              <a:t>YYYY-MM-DD</a:t>
            </a:r>
          </a:p>
        </p:txBody>
      </p:sp>
      <p:sp>
        <p:nvSpPr>
          <p:cNvPr id="14" name="License statement">
            <a:extLst>
              <a:ext uri="{FF2B5EF4-FFF2-40B4-BE49-F238E27FC236}">
                <a16:creationId xmlns:a16="http://schemas.microsoft.com/office/drawing/2014/main" id="{B7CADBCA-4DE1-404E-BF7C-ADF2A140AC0F}"/>
              </a:ext>
            </a:extLst>
          </p:cNvPr>
          <p:cNvSpPr txBox="1"/>
          <p:nvPr userDrawn="1"/>
        </p:nvSpPr>
        <p:spPr>
          <a:xfrm>
            <a:off x="1692000" y="6526800"/>
            <a:ext cx="4402800" cy="331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chemeClr val="accent6"/>
                </a:solidFill>
              </a:rPr>
              <a:t>Siemens Energy is a registered trademark licensed by Siemens AG.</a:t>
            </a: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487C015F-913C-48DD-99E5-F1AEE0B2AC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black">
          <a:xfrm>
            <a:off x="10274163" y="468926"/>
            <a:ext cx="1440000" cy="49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2419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Index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">
            <a:extLst>
              <a:ext uri="{FF2B5EF4-FFF2-40B4-BE49-F238E27FC236}">
                <a16:creationId xmlns:a16="http://schemas.microsoft.com/office/drawing/2014/main" id="{F1C3F0AE-B730-4CA9-92F6-C1C6E956774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6123" t="21730" r="42206" b="36603"/>
          <a:stretch/>
        </p:blipFill>
        <p:spPr bwMode="invGray">
          <a:xfrm>
            <a:off x="1360" y="425"/>
            <a:ext cx="12193200" cy="6858000"/>
          </a:xfrm>
          <a:prstGeom prst="rect">
            <a:avLst/>
          </a:prstGeom>
        </p:spPr>
      </p:pic>
      <p:sp>
        <p:nvSpPr>
          <p:cNvPr id="2" name="Table of contents">
            <a:extLst>
              <a:ext uri="{FF2B5EF4-FFF2-40B4-BE49-F238E27FC236}">
                <a16:creationId xmlns:a16="http://schemas.microsoft.com/office/drawing/2014/main" id="{989931F3-BF65-40DB-9BE0-80167D2EBF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Table of contents</a:t>
            </a:r>
          </a:p>
        </p:txBody>
      </p:sp>
      <p:sp>
        <p:nvSpPr>
          <p:cNvPr id="8" name="Table"/>
          <p:cNvSpPr>
            <a:spLocks noGrp="1"/>
          </p:cNvSpPr>
          <p:nvPr>
            <p:ph type="tbl" sz="quarter" idx="10" hasCustomPrompt="1"/>
          </p:nvPr>
        </p:nvSpPr>
        <p:spPr>
          <a:xfrm>
            <a:off x="627062" y="1522800"/>
            <a:ext cx="8208000" cy="4644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Table</a:t>
            </a:r>
          </a:p>
        </p:txBody>
      </p:sp>
      <p:sp>
        <p:nvSpPr>
          <p:cNvPr id="6" name="Author | Department">
            <a:extLst>
              <a:ext uri="{FF2B5EF4-FFF2-40B4-BE49-F238E27FC236}">
                <a16:creationId xmlns:a16="http://schemas.microsoft.com/office/drawing/2014/main" id="{F1D626C4-116E-471D-A183-678A72706E84}"/>
              </a:ext>
            </a:extLst>
          </p:cNvPr>
          <p:cNvSpPr txBox="1"/>
          <p:nvPr userDrawn="1"/>
        </p:nvSpPr>
        <p:spPr>
          <a:xfrm>
            <a:off x="6242050" y="6166800"/>
            <a:ext cx="5949950" cy="360000"/>
          </a:xfrm>
          <a:prstGeom prst="rect">
            <a:avLst/>
          </a:prstGeom>
          <a:noFill/>
        </p:spPr>
        <p:txBody>
          <a:bodyPr wrap="square" lIns="0" tIns="0" rIns="835200" bIns="36000" rtlCol="0" anchor="b">
            <a:noAutofit/>
          </a:bodyPr>
          <a:lstStyle/>
          <a:p>
            <a:pPr algn="r"/>
            <a:r>
              <a:rPr lang="en-US" sz="1000" b="0" noProof="0" dirty="0">
                <a:solidFill>
                  <a:schemeClr val="tx1"/>
                </a:solidFill>
              </a:rPr>
              <a:t>Author | Department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78B59CFA-AFE0-4473-A60A-D84A1A90AE48}"/>
              </a:ext>
            </a:extLst>
          </p:cNvPr>
          <p:cNvSpPr txBox="1"/>
          <p:nvPr userDrawn="1"/>
        </p:nvSpPr>
        <p:spPr>
          <a:xfrm>
            <a:off x="6242050" y="6526800"/>
            <a:ext cx="5949950" cy="331200"/>
          </a:xfrm>
          <a:prstGeom prst="rect">
            <a:avLst/>
          </a:prstGeom>
          <a:noFill/>
        </p:spPr>
        <p:txBody>
          <a:bodyPr wrap="square" lIns="626400" tIns="0" rIns="482400" bIns="0" rtlCol="0" anchor="t">
            <a:noAutofit/>
          </a:bodyPr>
          <a:lstStyle/>
          <a:p>
            <a:pPr algn="r"/>
            <a:r>
              <a:rPr lang="en-US" sz="1000" b="0" noProof="0" dirty="0">
                <a:solidFill>
                  <a:schemeClr val="tx1"/>
                </a:solidFill>
              </a:rPr>
              <a:t>Restricted © Siemens Energy, 2020</a:t>
            </a:r>
          </a:p>
        </p:txBody>
      </p:sp>
      <p:sp>
        <p:nvSpPr>
          <p:cNvPr id="10" name="Page">
            <a:extLst>
              <a:ext uri="{FF2B5EF4-FFF2-40B4-BE49-F238E27FC236}">
                <a16:creationId xmlns:a16="http://schemas.microsoft.com/office/drawing/2014/main" id="{EFC6F67A-D89D-43AA-A5C1-18FB7E52FD1F}"/>
              </a:ext>
            </a:extLst>
          </p:cNvPr>
          <p:cNvSpPr txBox="1"/>
          <p:nvPr userDrawn="1"/>
        </p:nvSpPr>
        <p:spPr>
          <a:xfrm>
            <a:off x="11364000" y="6166800"/>
            <a:ext cx="828000" cy="360000"/>
          </a:xfrm>
          <a:prstGeom prst="rect">
            <a:avLst/>
          </a:prstGeom>
          <a:noFill/>
        </p:spPr>
        <p:txBody>
          <a:bodyPr wrap="square" lIns="0" tIns="0" rIns="482400" bIns="36000" rtlCol="0" anchor="b">
            <a:noAutofit/>
          </a:bodyPr>
          <a:lstStyle/>
          <a:p>
            <a:pPr algn="r"/>
            <a:fld id="{6F7EFBA6-8CEB-40F4-B709-F27F7004ACFC}" type="slidenum">
              <a:rPr lang="en-US" sz="1000" b="1" noProof="0" smtClean="0">
                <a:solidFill>
                  <a:schemeClr val="tx1"/>
                </a:solidFill>
              </a:rPr>
              <a:t>‹#›</a:t>
            </a:fld>
            <a:endParaRPr lang="en-US" sz="1000" b="1" noProof="0" dirty="0">
              <a:solidFill>
                <a:schemeClr val="tx1"/>
              </a:solidFill>
            </a:endParaRPr>
          </a:p>
        </p:txBody>
      </p:sp>
      <p:sp>
        <p:nvSpPr>
          <p:cNvPr id="14" name="Date">
            <a:extLst>
              <a:ext uri="{FF2B5EF4-FFF2-40B4-BE49-F238E27FC236}">
                <a16:creationId xmlns:a16="http://schemas.microsoft.com/office/drawing/2014/main" id="{F6C6E93D-807F-4E17-B486-DCE68B9A6AD6}"/>
              </a:ext>
            </a:extLst>
          </p:cNvPr>
          <p:cNvSpPr txBox="1"/>
          <p:nvPr userDrawn="1"/>
        </p:nvSpPr>
        <p:spPr>
          <a:xfrm>
            <a:off x="-1" y="6526800"/>
            <a:ext cx="1692000" cy="331200"/>
          </a:xfrm>
          <a:prstGeom prst="rect">
            <a:avLst/>
          </a:prstGeom>
          <a:noFill/>
        </p:spPr>
        <p:txBody>
          <a:bodyPr wrap="square" lIns="626400" tIns="0" rIns="0" bIns="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chemeClr val="tx1"/>
                </a:solidFill>
              </a:rPr>
              <a:t>YYYY-MM-DD</a:t>
            </a:r>
          </a:p>
        </p:txBody>
      </p:sp>
    </p:spTree>
    <p:extLst>
      <p:ext uri="{BB962C8B-B14F-4D97-AF65-F5344CB8AC3E}">
        <p14:creationId xmlns:p14="http://schemas.microsoft.com/office/powerpoint/2010/main" val="8442797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nde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ble of contents">
            <a:extLst>
              <a:ext uri="{FF2B5EF4-FFF2-40B4-BE49-F238E27FC236}">
                <a16:creationId xmlns:a16="http://schemas.microsoft.com/office/drawing/2014/main" id="{C41ED7A8-59A7-4A1B-85AB-660A43EF3A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 dirty="0"/>
              <a:t>Table of contents</a:t>
            </a:r>
            <a:endParaRPr lang="en-US" dirty="0"/>
          </a:p>
        </p:txBody>
      </p:sp>
      <p:sp>
        <p:nvSpPr>
          <p:cNvPr id="4" name="Table"/>
          <p:cNvSpPr>
            <a:spLocks noGrp="1"/>
          </p:cNvSpPr>
          <p:nvPr>
            <p:ph type="tbl" sz="quarter" idx="10" hasCustomPrompt="1"/>
          </p:nvPr>
        </p:nvSpPr>
        <p:spPr>
          <a:xfrm>
            <a:off x="627062" y="1522800"/>
            <a:ext cx="8208000" cy="4644575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 dirty="0"/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31059803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ndex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ble of contents">
            <a:extLst>
              <a:ext uri="{FF2B5EF4-FFF2-40B4-BE49-F238E27FC236}">
                <a16:creationId xmlns:a16="http://schemas.microsoft.com/office/drawing/2014/main" id="{C310531E-0CC7-4528-B1E6-9F819FD0E0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 dirty="0"/>
              <a:t>Table of contents</a:t>
            </a:r>
            <a:endParaRPr lang="en-US" dirty="0"/>
          </a:p>
        </p:txBody>
      </p:sp>
      <p:sp>
        <p:nvSpPr>
          <p:cNvPr id="4" name="Chapter 1">
            <a:extLst>
              <a:ext uri="{FF2B5EF4-FFF2-40B4-BE49-F238E27FC236}">
                <a16:creationId xmlns:a16="http://schemas.microsoft.com/office/drawing/2014/main" id="{3EF4C540-3305-446C-B3A6-5230FE8E1E6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7063" y="1703388"/>
            <a:ext cx="2160000" cy="2016000"/>
          </a:xfrm>
        </p:spPr>
        <p:txBody>
          <a:bodyPr lIns="180000" tIns="108000"/>
          <a:lstStyle>
            <a:lvl1pPr>
              <a:lnSpc>
                <a:spcPct val="90000"/>
              </a:lnSpc>
              <a:spcAft>
                <a:spcPts val="1500"/>
              </a:spcAft>
              <a:defRPr sz="7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0" indent="0">
              <a:buNone/>
              <a:defRPr b="1"/>
            </a:lvl2pPr>
            <a:lvl3pPr marL="0" indent="0">
              <a:buNone/>
              <a:defRPr/>
            </a:lvl3pPr>
          </a:lstStyle>
          <a:p>
            <a:pPr lvl="0"/>
            <a:r>
              <a:rPr lang="en-US" noProof="0" dirty="0"/>
              <a:t>No.</a:t>
            </a:r>
          </a:p>
          <a:p>
            <a:pPr lvl="1"/>
            <a:r>
              <a:rPr lang="en-US" noProof="0" dirty="0"/>
              <a:t>Chapter</a:t>
            </a:r>
          </a:p>
          <a:p>
            <a:pPr lvl="2"/>
            <a:r>
              <a:rPr lang="en-US" noProof="0" dirty="0"/>
              <a:t>Topic</a:t>
            </a:r>
          </a:p>
        </p:txBody>
      </p:sp>
      <p:sp>
        <p:nvSpPr>
          <p:cNvPr id="14" name="Chapter 2">
            <a:extLst>
              <a:ext uri="{FF2B5EF4-FFF2-40B4-BE49-F238E27FC236}">
                <a16:creationId xmlns:a16="http://schemas.microsoft.com/office/drawing/2014/main" id="{F65B1E50-0024-482D-BD5A-7064672F6AC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30732" y="1703388"/>
            <a:ext cx="2160000" cy="2016000"/>
          </a:xfrm>
        </p:spPr>
        <p:txBody>
          <a:bodyPr lIns="180000" tIns="108000"/>
          <a:lstStyle>
            <a:lvl1pPr>
              <a:lnSpc>
                <a:spcPct val="90000"/>
              </a:lnSpc>
              <a:spcAft>
                <a:spcPts val="1500"/>
              </a:spcAft>
              <a:defRPr sz="7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0" indent="0">
              <a:buNone/>
              <a:defRPr b="1"/>
            </a:lvl2pPr>
            <a:lvl3pPr marL="0" indent="0">
              <a:buNone/>
              <a:defRPr/>
            </a:lvl3pPr>
          </a:lstStyle>
          <a:p>
            <a:pPr lvl="0"/>
            <a:r>
              <a:rPr lang="en-US" noProof="0" dirty="0"/>
              <a:t>No.</a:t>
            </a:r>
          </a:p>
          <a:p>
            <a:pPr lvl="1"/>
            <a:r>
              <a:rPr lang="en-US" noProof="0" dirty="0"/>
              <a:t>Chapter</a:t>
            </a:r>
          </a:p>
          <a:p>
            <a:pPr lvl="2"/>
            <a:r>
              <a:rPr lang="en-US" noProof="0" dirty="0"/>
              <a:t>Topic</a:t>
            </a:r>
          </a:p>
        </p:txBody>
      </p:sp>
      <p:sp>
        <p:nvSpPr>
          <p:cNvPr id="15" name="Chapter 3">
            <a:extLst>
              <a:ext uri="{FF2B5EF4-FFF2-40B4-BE49-F238E27FC236}">
                <a16:creationId xmlns:a16="http://schemas.microsoft.com/office/drawing/2014/main" id="{8AC85E50-79A3-4CC2-85A0-1E361742F5E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34400" y="1703388"/>
            <a:ext cx="2160000" cy="2016000"/>
          </a:xfrm>
        </p:spPr>
        <p:txBody>
          <a:bodyPr lIns="180000" tIns="108000"/>
          <a:lstStyle>
            <a:lvl1pPr>
              <a:lnSpc>
                <a:spcPct val="90000"/>
              </a:lnSpc>
              <a:spcAft>
                <a:spcPts val="1500"/>
              </a:spcAft>
              <a:defRPr sz="7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0" indent="0">
              <a:buNone/>
              <a:defRPr b="1"/>
            </a:lvl2pPr>
            <a:lvl3pPr marL="0" indent="0">
              <a:buNone/>
              <a:defRPr/>
            </a:lvl3pPr>
          </a:lstStyle>
          <a:p>
            <a:pPr lvl="0"/>
            <a:r>
              <a:rPr lang="en-US" noProof="0" dirty="0"/>
              <a:t>No.</a:t>
            </a:r>
          </a:p>
          <a:p>
            <a:pPr lvl="1"/>
            <a:r>
              <a:rPr lang="en-US" noProof="0" dirty="0"/>
              <a:t>Chapter</a:t>
            </a:r>
          </a:p>
          <a:p>
            <a:pPr lvl="2"/>
            <a:r>
              <a:rPr lang="en-US" noProof="0" dirty="0"/>
              <a:t>Topic</a:t>
            </a:r>
          </a:p>
        </p:txBody>
      </p:sp>
      <p:sp>
        <p:nvSpPr>
          <p:cNvPr id="16" name="Chapter 4">
            <a:extLst>
              <a:ext uri="{FF2B5EF4-FFF2-40B4-BE49-F238E27FC236}">
                <a16:creationId xmlns:a16="http://schemas.microsoft.com/office/drawing/2014/main" id="{6AEF1AD1-4DDB-4DBA-8C94-A0DA12F1A03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063" y="3862388"/>
            <a:ext cx="2160000" cy="2016000"/>
          </a:xfrm>
        </p:spPr>
        <p:txBody>
          <a:bodyPr lIns="180000" tIns="108000"/>
          <a:lstStyle>
            <a:lvl1pPr>
              <a:lnSpc>
                <a:spcPct val="90000"/>
              </a:lnSpc>
              <a:spcAft>
                <a:spcPts val="1500"/>
              </a:spcAft>
              <a:defRPr sz="7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0" indent="0">
              <a:buNone/>
              <a:defRPr b="1"/>
            </a:lvl2pPr>
            <a:lvl3pPr marL="0" indent="0">
              <a:buNone/>
              <a:defRPr/>
            </a:lvl3pPr>
          </a:lstStyle>
          <a:p>
            <a:pPr lvl="0"/>
            <a:r>
              <a:rPr lang="en-US" noProof="0" dirty="0"/>
              <a:t>No.</a:t>
            </a:r>
          </a:p>
          <a:p>
            <a:pPr lvl="1"/>
            <a:r>
              <a:rPr lang="en-US" noProof="0" dirty="0"/>
              <a:t>Chapter</a:t>
            </a:r>
          </a:p>
          <a:p>
            <a:pPr lvl="2"/>
            <a:r>
              <a:rPr lang="en-US" noProof="0" dirty="0"/>
              <a:t>Topic</a:t>
            </a:r>
          </a:p>
        </p:txBody>
      </p:sp>
      <p:sp>
        <p:nvSpPr>
          <p:cNvPr id="17" name="Chapter 5">
            <a:extLst>
              <a:ext uri="{FF2B5EF4-FFF2-40B4-BE49-F238E27FC236}">
                <a16:creationId xmlns:a16="http://schemas.microsoft.com/office/drawing/2014/main" id="{018C79BC-8598-41F5-B6E1-0DB86A5FC94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30732" y="3862388"/>
            <a:ext cx="2160000" cy="2016000"/>
          </a:xfrm>
        </p:spPr>
        <p:txBody>
          <a:bodyPr lIns="180000" tIns="108000"/>
          <a:lstStyle>
            <a:lvl1pPr>
              <a:lnSpc>
                <a:spcPct val="90000"/>
              </a:lnSpc>
              <a:spcAft>
                <a:spcPts val="1500"/>
              </a:spcAft>
              <a:defRPr sz="7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0" indent="0">
              <a:buNone/>
              <a:defRPr b="1"/>
            </a:lvl2pPr>
            <a:lvl3pPr marL="0" indent="0">
              <a:buNone/>
              <a:defRPr/>
            </a:lvl3pPr>
          </a:lstStyle>
          <a:p>
            <a:pPr lvl="0"/>
            <a:r>
              <a:rPr lang="en-US" noProof="0" dirty="0"/>
              <a:t>No.</a:t>
            </a:r>
          </a:p>
          <a:p>
            <a:pPr lvl="1"/>
            <a:r>
              <a:rPr lang="en-US" noProof="0" dirty="0"/>
              <a:t>Chapter</a:t>
            </a:r>
          </a:p>
          <a:p>
            <a:pPr lvl="2"/>
            <a:r>
              <a:rPr lang="en-US" noProof="0" dirty="0"/>
              <a:t>Topic</a:t>
            </a:r>
          </a:p>
        </p:txBody>
      </p:sp>
      <p:sp>
        <p:nvSpPr>
          <p:cNvPr id="18" name="Chapter 6">
            <a:extLst>
              <a:ext uri="{FF2B5EF4-FFF2-40B4-BE49-F238E27FC236}">
                <a16:creationId xmlns:a16="http://schemas.microsoft.com/office/drawing/2014/main" id="{92BB5C0A-7CAC-4620-92E5-253BEFF2D66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34400" y="3862388"/>
            <a:ext cx="2160000" cy="2016000"/>
          </a:xfrm>
        </p:spPr>
        <p:txBody>
          <a:bodyPr lIns="180000" tIns="108000"/>
          <a:lstStyle>
            <a:lvl1pPr>
              <a:lnSpc>
                <a:spcPct val="90000"/>
              </a:lnSpc>
              <a:spcAft>
                <a:spcPts val="1500"/>
              </a:spcAft>
              <a:defRPr sz="7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0" indent="0">
              <a:buNone/>
              <a:defRPr b="1"/>
            </a:lvl2pPr>
            <a:lvl3pPr marL="0" indent="0">
              <a:buNone/>
              <a:defRPr/>
            </a:lvl3pPr>
          </a:lstStyle>
          <a:p>
            <a:pPr lvl="0"/>
            <a:r>
              <a:rPr lang="en-US" noProof="0" dirty="0"/>
              <a:t>No.</a:t>
            </a:r>
          </a:p>
          <a:p>
            <a:pPr lvl="1"/>
            <a:r>
              <a:rPr lang="en-US" noProof="0" dirty="0"/>
              <a:t>Chapter</a:t>
            </a:r>
          </a:p>
          <a:p>
            <a:pPr lvl="2"/>
            <a:r>
              <a:rPr lang="en-US" noProof="0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37582513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F0A4C4D-EAF6-4487-9B40-402A18318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212639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 color fi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0A44E71F-B859-4008-8A5B-83A328EBFCDD}"/>
              </a:ext>
            </a:extLst>
          </p:cNvPr>
          <p:cNvSpPr/>
          <p:nvPr userDrawn="1"/>
        </p:nvSpPr>
        <p:spPr>
          <a:xfrm>
            <a:off x="0" y="1414800"/>
            <a:ext cx="12191999" cy="47529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D8BA2A0-402B-4423-B445-CE1431A1C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862379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ckground">
            <a:extLst>
              <a:ext uri="{FF2B5EF4-FFF2-40B4-BE49-F238E27FC236}">
                <a16:creationId xmlns:a16="http://schemas.microsoft.com/office/drawing/2014/main" id="{A6102796-3A6D-4504-AE4D-6DAD764461A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414800"/>
            <a:ext cx="12191999" cy="4752975"/>
          </a:xfrm>
        </p:spPr>
        <p:txBody>
          <a:bodyPr lIns="626400" tIns="252000" rIns="144000" bIns="252000"/>
          <a:lstStyle>
            <a:lvl1pPr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7ACECF9-920E-4760-B49D-8F2920649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802226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ngle large image without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mage">
            <a:extLst>
              <a:ext uri="{FF2B5EF4-FFF2-40B4-BE49-F238E27FC236}">
                <a16:creationId xmlns:a16="http://schemas.microsoft.com/office/drawing/2014/main" id="{A6102796-3A6D-4504-AE4D-6DAD764461A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414800"/>
            <a:ext cx="12192000" cy="5443199"/>
          </a:xfrm>
        </p:spPr>
        <p:txBody>
          <a:bodyPr lIns="626400" tIns="252000" rIns="144000" bIns="252000"/>
          <a:lstStyle>
            <a:lvl1pPr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D694A34-C7CA-48AB-8D23-B8EABFB08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30867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mage">
            <a:extLst>
              <a:ext uri="{FF2B5EF4-FFF2-40B4-BE49-F238E27FC236}">
                <a16:creationId xmlns:a16="http://schemas.microsoft.com/office/drawing/2014/main" id="{A6102796-3A6D-4504-AE4D-6DAD764461A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lIns="626400" tIns="234000" rIns="482400" bIns="626400" anchor="b" anchorCtr="0"/>
          <a:lstStyle>
            <a:lvl1pPr algn="r">
              <a:defRPr/>
            </a:lvl1pPr>
          </a:lstStyle>
          <a:p>
            <a:r>
              <a:rPr lang="en-US" dirty="0"/>
              <a:t>Click on the icon to add a </a:t>
            </a:r>
            <a:br>
              <a:rPr lang="en-US" dirty="0"/>
            </a:br>
            <a:r>
              <a:rPr lang="en-US" dirty="0"/>
              <a:t>sufficiently high-contrast image </a:t>
            </a:r>
            <a:br>
              <a:rPr lang="en-US" dirty="0"/>
            </a:br>
            <a:r>
              <a:rPr lang="en-US" dirty="0"/>
              <a:t>so that the heading is easy to read.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0C12949-F421-4D93-A5FF-4A495FF40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215887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mage">
            <a:extLst>
              <a:ext uri="{FF2B5EF4-FFF2-40B4-BE49-F238E27FC236}">
                <a16:creationId xmlns:a16="http://schemas.microsoft.com/office/drawing/2014/main" id="{A6102796-3A6D-4504-AE4D-6DAD764461A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lIns="626400" tIns="234000" rIns="482400" bIns="626400" anchor="b" anchorCtr="0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on the icon to add a </a:t>
            </a:r>
            <a:br>
              <a:rPr lang="en-US" dirty="0"/>
            </a:br>
            <a:r>
              <a:rPr lang="en-US" dirty="0"/>
              <a:t>sufficiently high-contrast image </a:t>
            </a:r>
            <a:br>
              <a:rPr lang="en-US" dirty="0"/>
            </a:br>
            <a:r>
              <a:rPr lang="en-US" dirty="0"/>
              <a:t>so that the heading is easy to read.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B7679BF-476B-4936-B87E-CF0BADD38D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0" y="4798"/>
            <a:ext cx="6235700" cy="5873715"/>
          </a:xfrm>
          <a:noFill/>
        </p:spPr>
        <p:txBody>
          <a:bodyPr lIns="626400" tIns="900000" rIns="0" bIns="0" anchor="t"/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Big statement on a full size picture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873334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396FC1D-DB7A-4E51-83A7-D7995F9EE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B1D90D2F-1E41-4D9A-A464-3F2D94D5000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929464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A07FC25-F4AA-44AB-A199-BEA168878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B1D90D2F-1E41-4D9A-A464-3F2D94D5000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7063" y="1414800"/>
            <a:ext cx="6912000" cy="4752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7472101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small)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A07FC25-F4AA-44AB-A199-BEA168878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B1D90D2F-1E41-4D9A-A464-3F2D94D5000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7063" y="1414800"/>
            <a:ext cx="6912000" cy="4752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License statement">
            <a:extLst>
              <a:ext uri="{FF2B5EF4-FFF2-40B4-BE49-F238E27FC236}">
                <a16:creationId xmlns:a16="http://schemas.microsoft.com/office/drawing/2014/main" id="{8A8BFD76-D6D8-4CF7-9953-B1C9C522963C}"/>
              </a:ext>
            </a:extLst>
          </p:cNvPr>
          <p:cNvSpPr txBox="1"/>
          <p:nvPr userDrawn="1"/>
        </p:nvSpPr>
        <p:spPr>
          <a:xfrm>
            <a:off x="1692000" y="6526800"/>
            <a:ext cx="4402800" cy="331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chemeClr val="accent6"/>
                </a:solidFill>
              </a:rPr>
              <a:t>Siemens Energy is a registered trademark licensed by Siemens AG.</a:t>
            </a: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4DD39686-C426-4B02-B953-AC0AC4016A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black">
          <a:xfrm>
            <a:off x="10274163" y="468926"/>
            <a:ext cx="1439999" cy="49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8070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53AF9F3-C036-494E-93A9-EEB85375F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B1D90D2F-1E41-4D9A-A464-3F2D94D5000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7064" y="1414800"/>
            <a:ext cx="5472112" cy="4752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py 2">
            <a:extLst>
              <a:ext uri="{FF2B5EF4-FFF2-40B4-BE49-F238E27FC236}">
                <a16:creationId xmlns:a16="http://schemas.microsoft.com/office/drawing/2014/main" id="{CF25AA35-A10D-4021-80D5-F4E01F03217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42048" y="1414800"/>
            <a:ext cx="5472000" cy="4752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619086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,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6F8B4D2-6F05-469C-8BE4-52BAC6D34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B1D90D2F-1E41-4D9A-A464-3F2D94D5000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7064" y="1414800"/>
            <a:ext cx="5472000" cy="4752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Image 1">
            <a:extLst>
              <a:ext uri="{FF2B5EF4-FFF2-40B4-BE49-F238E27FC236}">
                <a16:creationId xmlns:a16="http://schemas.microsoft.com/office/drawing/2014/main" id="{1F47DA09-C1B9-4F79-811C-47680DD13F0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42049" y="1414800"/>
            <a:ext cx="5472000" cy="2305049"/>
          </a:xfrm>
        </p:spPr>
        <p:txBody>
          <a:bodyPr lIns="144000" tIns="144000" rIns="144000" bIns="144000"/>
          <a:lstStyle>
            <a:lvl1pPr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Image 2">
            <a:extLst>
              <a:ext uri="{FF2B5EF4-FFF2-40B4-BE49-F238E27FC236}">
                <a16:creationId xmlns:a16="http://schemas.microsoft.com/office/drawing/2014/main" id="{B62DCAC0-0A0A-4FD1-9E6A-DFB48F5EAA1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242049" y="3862725"/>
            <a:ext cx="5472000" cy="2305050"/>
          </a:xfrm>
        </p:spPr>
        <p:txBody>
          <a:bodyPr lIns="144000" tIns="144000" rIns="144000" bIns="144000" anchor="b" anchorCtr="0"/>
          <a:lstStyle>
            <a:lvl1pPr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1469942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, two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8888810-CDD3-4B31-A4AB-CEA6DE3D1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B1D90D2F-1E41-4D9A-A464-3F2D94D5000C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ltGray">
          <a:xfrm>
            <a:off x="0" y="1414800"/>
            <a:ext cx="6099176" cy="4752975"/>
          </a:xfrm>
          <a:gradFill>
            <a:gsLst>
              <a:gs pos="0">
                <a:schemeClr val="accent2"/>
              </a:gs>
              <a:gs pos="70000">
                <a:schemeClr val="tx2"/>
              </a:gs>
            </a:gsLst>
            <a:lin ang="13500000" scaled="1"/>
          </a:gradFill>
        </p:spPr>
        <p:txBody>
          <a:bodyPr lIns="626400" tIns="252000" rIns="144000" bIns="2520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Image 1">
            <a:extLst>
              <a:ext uri="{FF2B5EF4-FFF2-40B4-BE49-F238E27FC236}">
                <a16:creationId xmlns:a16="http://schemas.microsoft.com/office/drawing/2014/main" id="{1F47DA09-C1B9-4F79-811C-47680DD13F0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42050" y="1414800"/>
            <a:ext cx="5949950" cy="2305049"/>
          </a:xfrm>
        </p:spPr>
        <p:txBody>
          <a:bodyPr lIns="144000" tIns="144000" rIns="144000" bIns="144000"/>
          <a:lstStyle>
            <a:lvl1pPr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Image 2">
            <a:extLst>
              <a:ext uri="{FF2B5EF4-FFF2-40B4-BE49-F238E27FC236}">
                <a16:creationId xmlns:a16="http://schemas.microsoft.com/office/drawing/2014/main" id="{B62DCAC0-0A0A-4FD1-9E6A-DFB48F5EAA1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242050" y="3862725"/>
            <a:ext cx="5949950" cy="2305050"/>
          </a:xfrm>
        </p:spPr>
        <p:txBody>
          <a:bodyPr lIns="144000" tIns="144000" rIns="144000" bIns="144000" anchor="b" anchorCtr="0"/>
          <a:lstStyle>
            <a:lvl1pPr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8335133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7ECFA6D-1332-4048-BA8C-6F8F3DE9B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B1D90D2F-1E41-4D9A-A464-3F2D94D5000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-1" y="1414800"/>
            <a:ext cx="8834437" cy="2305050"/>
          </a:xfrm>
        </p:spPr>
        <p:txBody>
          <a:bodyPr lIns="6264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py 2">
            <a:extLst>
              <a:ext uri="{FF2B5EF4-FFF2-40B4-BE49-F238E27FC236}">
                <a16:creationId xmlns:a16="http://schemas.microsoft.com/office/drawing/2014/main" id="{CF25AA35-A10D-4021-80D5-F4E01F03217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" y="3862800"/>
            <a:ext cx="8834437" cy="2305049"/>
          </a:xfrm>
        </p:spPr>
        <p:txBody>
          <a:bodyPr lIns="6264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5514931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A4DED40-DA39-4014-8DEE-94AA5379A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B1D90D2F-1E41-4D9A-A464-3F2D94D5000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7064" y="1414800"/>
            <a:ext cx="3600000" cy="4752974"/>
          </a:xfrm>
        </p:spPr>
        <p:txBody>
          <a:bodyPr lIns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py 2">
            <a:extLst>
              <a:ext uri="{FF2B5EF4-FFF2-40B4-BE49-F238E27FC236}">
                <a16:creationId xmlns:a16="http://schemas.microsoft.com/office/drawing/2014/main" id="{CF25AA35-A10D-4021-80D5-F4E01F03217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70614" y="1414800"/>
            <a:ext cx="3600000" cy="4752974"/>
          </a:xfrm>
        </p:spPr>
        <p:txBody>
          <a:bodyPr lIns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py 3">
            <a:extLst>
              <a:ext uri="{FF2B5EF4-FFF2-40B4-BE49-F238E27FC236}">
                <a16:creationId xmlns:a16="http://schemas.microsoft.com/office/drawing/2014/main" id="{7AD2072B-7BD2-4A0D-8491-4973B658502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114163" y="1414800"/>
            <a:ext cx="3600000" cy="4752974"/>
          </a:xfrm>
        </p:spPr>
        <p:txBody>
          <a:bodyPr lIns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842787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22">
          <p15:clr>
            <a:srgbClr val="009999"/>
          </p15:clr>
        </p15:guide>
        <p15:guide id="2" pos="5112">
          <p15:clr>
            <a:srgbClr val="009999"/>
          </p15:clr>
        </p15:guide>
        <p15:guide id="4" pos="2753">
          <p15:clr>
            <a:srgbClr val="009999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, thre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E041062-6E58-45A3-B6A1-92507B394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B1D90D2F-1E41-4D9A-A464-3F2D94D5000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7064" y="1701798"/>
            <a:ext cx="3600000" cy="1584000"/>
          </a:xfrm>
        </p:spPr>
        <p:txBody>
          <a:bodyPr lIns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py 2">
            <a:extLst>
              <a:ext uri="{FF2B5EF4-FFF2-40B4-BE49-F238E27FC236}">
                <a16:creationId xmlns:a16="http://schemas.microsoft.com/office/drawing/2014/main" id="{CF25AA35-A10D-4021-80D5-F4E01F03217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70614" y="1701798"/>
            <a:ext cx="3600000" cy="1584000"/>
          </a:xfrm>
        </p:spPr>
        <p:txBody>
          <a:bodyPr lIns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py 3">
            <a:extLst>
              <a:ext uri="{FF2B5EF4-FFF2-40B4-BE49-F238E27FC236}">
                <a16:creationId xmlns:a16="http://schemas.microsoft.com/office/drawing/2014/main" id="{7AD2072B-7BD2-4A0D-8491-4973B658502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114163" y="1701798"/>
            <a:ext cx="3600000" cy="1584000"/>
          </a:xfrm>
        </p:spPr>
        <p:txBody>
          <a:bodyPr lIns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Image 1">
            <a:extLst>
              <a:ext uri="{FF2B5EF4-FFF2-40B4-BE49-F238E27FC236}">
                <a16:creationId xmlns:a16="http://schemas.microsoft.com/office/drawing/2014/main" id="{D7FB36E4-9D48-40F9-8766-C9A9EB70724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7064" y="3285275"/>
            <a:ext cx="3600000" cy="2593238"/>
          </a:xfrm>
        </p:spPr>
        <p:txBody>
          <a:bodyPr lIns="144000" tIns="144000" rIns="144000" bIns="144000"/>
          <a:lstStyle>
            <a:lvl1pPr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Image 2">
            <a:extLst>
              <a:ext uri="{FF2B5EF4-FFF2-40B4-BE49-F238E27FC236}">
                <a16:creationId xmlns:a16="http://schemas.microsoft.com/office/drawing/2014/main" id="{DB7AA95A-85B0-4FB5-A5A1-EA4243663C9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370614" y="3285275"/>
            <a:ext cx="3600000" cy="2593238"/>
          </a:xfrm>
        </p:spPr>
        <p:txBody>
          <a:bodyPr lIns="144000" tIns="144000" rIns="144000" bIns="144000"/>
          <a:lstStyle>
            <a:lvl1pPr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Image 3">
            <a:extLst>
              <a:ext uri="{FF2B5EF4-FFF2-40B4-BE49-F238E27FC236}">
                <a16:creationId xmlns:a16="http://schemas.microsoft.com/office/drawing/2014/main" id="{5530F297-3088-4E70-982A-604343177BD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14163" y="3285275"/>
            <a:ext cx="3600000" cy="2593238"/>
          </a:xfrm>
        </p:spPr>
        <p:txBody>
          <a:bodyPr lIns="144000" tIns="144000" rIns="144000" bIns="144000"/>
          <a:lstStyle>
            <a:lvl1pPr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528161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22">
          <p15:clr>
            <a:srgbClr val="009999"/>
          </p15:clr>
        </p15:guide>
        <p15:guide id="2" pos="5112">
          <p15:clr>
            <a:srgbClr val="009999"/>
          </p15:clr>
        </p15:guide>
        <p15:guide id="4" pos="2753">
          <p15:clr>
            <a:srgbClr val="009999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0AC4C64-3556-4D13-9B77-531CC35C5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B1D90D2F-1E41-4D9A-A464-3F2D94D5000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7064" y="1414800"/>
            <a:ext cx="5472000" cy="2305049"/>
          </a:xfrm>
        </p:spPr>
        <p:txBody>
          <a:bodyPr lIns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py 2">
            <a:extLst>
              <a:ext uri="{FF2B5EF4-FFF2-40B4-BE49-F238E27FC236}">
                <a16:creationId xmlns:a16="http://schemas.microsoft.com/office/drawing/2014/main" id="{CF25AA35-A10D-4021-80D5-F4E01F03217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42050" y="1414800"/>
            <a:ext cx="5472000" cy="2305049"/>
          </a:xfrm>
        </p:spPr>
        <p:txBody>
          <a:bodyPr lIns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py 3">
            <a:extLst>
              <a:ext uri="{FF2B5EF4-FFF2-40B4-BE49-F238E27FC236}">
                <a16:creationId xmlns:a16="http://schemas.microsoft.com/office/drawing/2014/main" id="{7AD2072B-7BD2-4A0D-8491-4973B658502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27063" y="3862388"/>
            <a:ext cx="5472112" cy="2305049"/>
          </a:xfrm>
        </p:spPr>
        <p:txBody>
          <a:bodyPr lIns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Copy 4">
            <a:extLst>
              <a:ext uri="{FF2B5EF4-FFF2-40B4-BE49-F238E27FC236}">
                <a16:creationId xmlns:a16="http://schemas.microsoft.com/office/drawing/2014/main" id="{5ABA1728-CE60-4862-A32A-3E1550DB81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42050" y="3862388"/>
            <a:ext cx="5472000" cy="2305049"/>
          </a:xfrm>
        </p:spPr>
        <p:txBody>
          <a:bodyPr lIns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937391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color area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ckground">
            <a:extLst>
              <a:ext uri="{FF2B5EF4-FFF2-40B4-BE49-F238E27FC236}">
                <a16:creationId xmlns:a16="http://schemas.microsoft.com/office/drawing/2014/main" id="{AC9B5110-BC98-411C-9BCB-2AFF35E6D9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428"/>
            <a:ext cx="12191999" cy="6857143"/>
          </a:xfrm>
          <a:prstGeom prst="rect">
            <a:avLst/>
          </a:prstGeom>
        </p:spPr>
      </p:pic>
      <p:sp>
        <p:nvSpPr>
          <p:cNvPr id="3" name="Title">
            <a:extLst>
              <a:ext uri="{FF2B5EF4-FFF2-40B4-BE49-F238E27FC236}">
                <a16:creationId xmlns:a16="http://schemas.microsoft.com/office/drawing/2014/main" id="{E588B75F-B996-4586-B62B-613544F21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Author | Department">
            <a:extLst>
              <a:ext uri="{FF2B5EF4-FFF2-40B4-BE49-F238E27FC236}">
                <a16:creationId xmlns:a16="http://schemas.microsoft.com/office/drawing/2014/main" id="{AF33B1C0-2E11-42BC-A97B-DF29BD3B97B8}"/>
              </a:ext>
            </a:extLst>
          </p:cNvPr>
          <p:cNvSpPr txBox="1"/>
          <p:nvPr userDrawn="1"/>
        </p:nvSpPr>
        <p:spPr>
          <a:xfrm>
            <a:off x="6242050" y="6166800"/>
            <a:ext cx="5949950" cy="360000"/>
          </a:xfrm>
          <a:prstGeom prst="rect">
            <a:avLst/>
          </a:prstGeom>
          <a:noFill/>
        </p:spPr>
        <p:txBody>
          <a:bodyPr wrap="square" lIns="0" tIns="0" rIns="835200" bIns="36000" rtlCol="0" anchor="b">
            <a:noAutofit/>
          </a:bodyPr>
          <a:lstStyle/>
          <a:p>
            <a:pPr algn="r"/>
            <a:r>
              <a:rPr lang="en-US" sz="1000" b="0" noProof="0" dirty="0">
                <a:solidFill>
                  <a:schemeClr val="tx1"/>
                </a:solidFill>
              </a:rPr>
              <a:t>Author | Department</a:t>
            </a:r>
          </a:p>
        </p:txBody>
      </p:sp>
      <p:sp>
        <p:nvSpPr>
          <p:cNvPr id="17" name="Copyright">
            <a:extLst>
              <a:ext uri="{FF2B5EF4-FFF2-40B4-BE49-F238E27FC236}">
                <a16:creationId xmlns:a16="http://schemas.microsoft.com/office/drawing/2014/main" id="{C6BE5120-1513-4265-A6B3-3B42254A34FF}"/>
              </a:ext>
            </a:extLst>
          </p:cNvPr>
          <p:cNvSpPr txBox="1"/>
          <p:nvPr userDrawn="1"/>
        </p:nvSpPr>
        <p:spPr>
          <a:xfrm>
            <a:off x="6242050" y="6526800"/>
            <a:ext cx="5949950" cy="331200"/>
          </a:xfrm>
          <a:prstGeom prst="rect">
            <a:avLst/>
          </a:prstGeom>
          <a:noFill/>
        </p:spPr>
        <p:txBody>
          <a:bodyPr wrap="square" lIns="626400" tIns="0" rIns="482400" bIns="0" rtlCol="0" anchor="t">
            <a:noAutofit/>
          </a:bodyPr>
          <a:lstStyle/>
          <a:p>
            <a:pPr algn="r"/>
            <a:r>
              <a:rPr lang="en-US" sz="1000" b="0" noProof="0" dirty="0">
                <a:solidFill>
                  <a:schemeClr val="tx1"/>
                </a:solidFill>
              </a:rPr>
              <a:t>Restricted © Siemens Energy, 2020</a:t>
            </a:r>
          </a:p>
        </p:txBody>
      </p:sp>
      <p:sp>
        <p:nvSpPr>
          <p:cNvPr id="18" name="Page">
            <a:extLst>
              <a:ext uri="{FF2B5EF4-FFF2-40B4-BE49-F238E27FC236}">
                <a16:creationId xmlns:a16="http://schemas.microsoft.com/office/drawing/2014/main" id="{0A81FD87-E05D-463F-95C1-4A49C99D181A}"/>
              </a:ext>
            </a:extLst>
          </p:cNvPr>
          <p:cNvSpPr txBox="1"/>
          <p:nvPr userDrawn="1"/>
        </p:nvSpPr>
        <p:spPr>
          <a:xfrm>
            <a:off x="11364000" y="6166800"/>
            <a:ext cx="828000" cy="360000"/>
          </a:xfrm>
          <a:prstGeom prst="rect">
            <a:avLst/>
          </a:prstGeom>
          <a:noFill/>
        </p:spPr>
        <p:txBody>
          <a:bodyPr wrap="square" lIns="0" tIns="0" rIns="482400" bIns="36000" rtlCol="0" anchor="b">
            <a:noAutofit/>
          </a:bodyPr>
          <a:lstStyle/>
          <a:p>
            <a:pPr algn="r"/>
            <a:fld id="{6F7EFBA6-8CEB-40F4-B709-F27F7004ACFC}" type="slidenum">
              <a:rPr lang="en-US" sz="1000" b="1" noProof="0" smtClean="0">
                <a:solidFill>
                  <a:schemeClr val="tx1"/>
                </a:solidFill>
              </a:rPr>
              <a:t>‹#›</a:t>
            </a:fld>
            <a:endParaRPr lang="en-US" sz="1000" b="1" noProof="0" dirty="0">
              <a:solidFill>
                <a:schemeClr val="tx1"/>
              </a:solidFill>
            </a:endParaRPr>
          </a:p>
        </p:txBody>
      </p:sp>
      <p:sp>
        <p:nvSpPr>
          <p:cNvPr id="10" name="Date">
            <a:extLst>
              <a:ext uri="{FF2B5EF4-FFF2-40B4-BE49-F238E27FC236}">
                <a16:creationId xmlns:a16="http://schemas.microsoft.com/office/drawing/2014/main" id="{F4621446-925E-4A5C-BB97-799E6B8386D9}"/>
              </a:ext>
            </a:extLst>
          </p:cNvPr>
          <p:cNvSpPr txBox="1"/>
          <p:nvPr userDrawn="1"/>
        </p:nvSpPr>
        <p:spPr>
          <a:xfrm>
            <a:off x="-1" y="6526800"/>
            <a:ext cx="1692000" cy="331200"/>
          </a:xfrm>
          <a:prstGeom prst="rect">
            <a:avLst/>
          </a:prstGeom>
          <a:noFill/>
        </p:spPr>
        <p:txBody>
          <a:bodyPr wrap="square" lIns="626400" tIns="0" rIns="0" bIns="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chemeClr val="tx1"/>
                </a:solidFill>
              </a:rPr>
              <a:t>YYYY-MM-DD</a:t>
            </a:r>
          </a:p>
        </p:txBody>
      </p:sp>
    </p:spTree>
    <p:extLst>
      <p:ext uri="{BB962C8B-B14F-4D97-AF65-F5344CB8AC3E}">
        <p14:creationId xmlns:p14="http://schemas.microsoft.com/office/powerpoint/2010/main" val="42000118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color area 1 (with logo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ckground">
            <a:extLst>
              <a:ext uri="{FF2B5EF4-FFF2-40B4-BE49-F238E27FC236}">
                <a16:creationId xmlns:a16="http://schemas.microsoft.com/office/drawing/2014/main" id="{AC9B5110-BC98-411C-9BCB-2AFF35E6D9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428"/>
            <a:ext cx="12191999" cy="6857143"/>
          </a:xfrm>
          <a:prstGeom prst="rect">
            <a:avLst/>
          </a:prstGeom>
        </p:spPr>
      </p:pic>
      <p:sp>
        <p:nvSpPr>
          <p:cNvPr id="3" name="Title">
            <a:extLst>
              <a:ext uri="{FF2B5EF4-FFF2-40B4-BE49-F238E27FC236}">
                <a16:creationId xmlns:a16="http://schemas.microsoft.com/office/drawing/2014/main" id="{E588B75F-B996-4586-B62B-613544F21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Author | Department">
            <a:extLst>
              <a:ext uri="{FF2B5EF4-FFF2-40B4-BE49-F238E27FC236}">
                <a16:creationId xmlns:a16="http://schemas.microsoft.com/office/drawing/2014/main" id="{AF33B1C0-2E11-42BC-A97B-DF29BD3B97B8}"/>
              </a:ext>
            </a:extLst>
          </p:cNvPr>
          <p:cNvSpPr txBox="1"/>
          <p:nvPr userDrawn="1"/>
        </p:nvSpPr>
        <p:spPr>
          <a:xfrm>
            <a:off x="6242050" y="6166800"/>
            <a:ext cx="5949950" cy="360000"/>
          </a:xfrm>
          <a:prstGeom prst="rect">
            <a:avLst/>
          </a:prstGeom>
          <a:noFill/>
        </p:spPr>
        <p:txBody>
          <a:bodyPr wrap="square" lIns="0" tIns="0" rIns="835200" bIns="36000" rtlCol="0" anchor="b">
            <a:noAutofit/>
          </a:bodyPr>
          <a:lstStyle/>
          <a:p>
            <a:pPr algn="r"/>
            <a:r>
              <a:rPr lang="en-US" sz="1000" b="0" noProof="0" dirty="0">
                <a:solidFill>
                  <a:schemeClr val="tx1"/>
                </a:solidFill>
              </a:rPr>
              <a:t>Author | Department</a:t>
            </a:r>
          </a:p>
        </p:txBody>
      </p:sp>
      <p:sp>
        <p:nvSpPr>
          <p:cNvPr id="17" name="Copyright">
            <a:extLst>
              <a:ext uri="{FF2B5EF4-FFF2-40B4-BE49-F238E27FC236}">
                <a16:creationId xmlns:a16="http://schemas.microsoft.com/office/drawing/2014/main" id="{C6BE5120-1513-4265-A6B3-3B42254A34FF}"/>
              </a:ext>
            </a:extLst>
          </p:cNvPr>
          <p:cNvSpPr txBox="1"/>
          <p:nvPr userDrawn="1"/>
        </p:nvSpPr>
        <p:spPr>
          <a:xfrm>
            <a:off x="6242050" y="6526800"/>
            <a:ext cx="5949950" cy="331200"/>
          </a:xfrm>
          <a:prstGeom prst="rect">
            <a:avLst/>
          </a:prstGeom>
          <a:noFill/>
        </p:spPr>
        <p:txBody>
          <a:bodyPr wrap="square" lIns="626400" tIns="0" rIns="482400" bIns="0" rtlCol="0" anchor="t">
            <a:noAutofit/>
          </a:bodyPr>
          <a:lstStyle/>
          <a:p>
            <a:pPr algn="r"/>
            <a:r>
              <a:rPr lang="en-US" sz="1000" b="0" noProof="0" dirty="0">
                <a:solidFill>
                  <a:schemeClr val="tx1"/>
                </a:solidFill>
              </a:rPr>
              <a:t>Restricted © Siemens Energy, 2020</a:t>
            </a:r>
          </a:p>
        </p:txBody>
      </p:sp>
      <p:sp>
        <p:nvSpPr>
          <p:cNvPr id="18" name="Page">
            <a:extLst>
              <a:ext uri="{FF2B5EF4-FFF2-40B4-BE49-F238E27FC236}">
                <a16:creationId xmlns:a16="http://schemas.microsoft.com/office/drawing/2014/main" id="{0A81FD87-E05D-463F-95C1-4A49C99D181A}"/>
              </a:ext>
            </a:extLst>
          </p:cNvPr>
          <p:cNvSpPr txBox="1"/>
          <p:nvPr userDrawn="1"/>
        </p:nvSpPr>
        <p:spPr>
          <a:xfrm>
            <a:off x="11364000" y="6166800"/>
            <a:ext cx="828000" cy="360000"/>
          </a:xfrm>
          <a:prstGeom prst="rect">
            <a:avLst/>
          </a:prstGeom>
          <a:noFill/>
        </p:spPr>
        <p:txBody>
          <a:bodyPr wrap="square" lIns="0" tIns="0" rIns="482400" bIns="36000" rtlCol="0" anchor="b">
            <a:noAutofit/>
          </a:bodyPr>
          <a:lstStyle/>
          <a:p>
            <a:pPr algn="r"/>
            <a:fld id="{6F7EFBA6-8CEB-40F4-B709-F27F7004ACFC}" type="slidenum">
              <a:rPr lang="en-US" sz="1000" b="1" noProof="0" smtClean="0">
                <a:solidFill>
                  <a:schemeClr val="tx1"/>
                </a:solidFill>
              </a:rPr>
              <a:t>‹#›</a:t>
            </a:fld>
            <a:endParaRPr lang="en-US" sz="1000" b="1" noProof="0" dirty="0">
              <a:solidFill>
                <a:schemeClr val="tx1"/>
              </a:solidFill>
            </a:endParaRPr>
          </a:p>
        </p:txBody>
      </p:sp>
      <p:sp>
        <p:nvSpPr>
          <p:cNvPr id="10" name="Date">
            <a:extLst>
              <a:ext uri="{FF2B5EF4-FFF2-40B4-BE49-F238E27FC236}">
                <a16:creationId xmlns:a16="http://schemas.microsoft.com/office/drawing/2014/main" id="{F4621446-925E-4A5C-BB97-799E6B8386D9}"/>
              </a:ext>
            </a:extLst>
          </p:cNvPr>
          <p:cNvSpPr txBox="1"/>
          <p:nvPr userDrawn="1"/>
        </p:nvSpPr>
        <p:spPr>
          <a:xfrm>
            <a:off x="-1" y="6526800"/>
            <a:ext cx="1692000" cy="331200"/>
          </a:xfrm>
          <a:prstGeom prst="rect">
            <a:avLst/>
          </a:prstGeom>
          <a:noFill/>
        </p:spPr>
        <p:txBody>
          <a:bodyPr wrap="square" lIns="626400" tIns="0" rIns="0" bIns="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chemeClr val="tx1"/>
                </a:solidFill>
              </a:rPr>
              <a:t>YYYY-MM-DD</a:t>
            </a:r>
          </a:p>
        </p:txBody>
      </p:sp>
      <p:pic>
        <p:nvPicPr>
          <p:cNvPr id="8" name="Logo">
            <a:extLst>
              <a:ext uri="{FF2B5EF4-FFF2-40B4-BE49-F238E27FC236}">
                <a16:creationId xmlns:a16="http://schemas.microsoft.com/office/drawing/2014/main" id="{DE1CCC5F-D082-4285-B0D2-D44B0385F45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 bwMode="black">
          <a:xfrm>
            <a:off x="10274163" y="468926"/>
            <a:ext cx="1440000" cy="496808"/>
          </a:xfrm>
          <a:prstGeom prst="rect">
            <a:avLst/>
          </a:prstGeom>
        </p:spPr>
      </p:pic>
      <p:sp>
        <p:nvSpPr>
          <p:cNvPr id="9" name="License statement">
            <a:extLst>
              <a:ext uri="{FF2B5EF4-FFF2-40B4-BE49-F238E27FC236}">
                <a16:creationId xmlns:a16="http://schemas.microsoft.com/office/drawing/2014/main" id="{F7180AC6-B789-4E8E-A386-018ABF4ECC8C}"/>
              </a:ext>
            </a:extLst>
          </p:cNvPr>
          <p:cNvSpPr txBox="1"/>
          <p:nvPr userDrawn="1"/>
        </p:nvSpPr>
        <p:spPr>
          <a:xfrm>
            <a:off x="1692000" y="6526800"/>
            <a:ext cx="4402800" cy="331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chemeClr val="accent6"/>
                </a:solidFill>
              </a:rPr>
              <a:t>Siemens Energy is a registered trademark licensed by Siemens AG.</a:t>
            </a:r>
          </a:p>
        </p:txBody>
      </p:sp>
    </p:spTree>
    <p:extLst>
      <p:ext uri="{BB962C8B-B14F-4D97-AF65-F5344CB8AC3E}">
        <p14:creationId xmlns:p14="http://schemas.microsoft.com/office/powerpoint/2010/main" val="25277260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color area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>
            <a:extLst>
              <a:ext uri="{FF2B5EF4-FFF2-40B4-BE49-F238E27FC236}">
                <a16:creationId xmlns:a16="http://schemas.microsoft.com/office/drawing/2014/main" id="{3B8F676D-0405-45AE-9B8F-716387B4760E}"/>
              </a:ext>
            </a:extLst>
          </p:cNvPr>
          <p:cNvSpPr/>
          <p:nvPr userDrawn="1"/>
        </p:nvSpPr>
        <p:spPr bwMode="invGray">
          <a:xfrm>
            <a:off x="-2" y="0"/>
            <a:ext cx="1219200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7E256BF8-2AEF-4ECB-8D5E-2926EB050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Author | Department">
            <a:extLst>
              <a:ext uri="{FF2B5EF4-FFF2-40B4-BE49-F238E27FC236}">
                <a16:creationId xmlns:a16="http://schemas.microsoft.com/office/drawing/2014/main" id="{CA3F32E1-BC1C-475E-99E6-0E8AF47DA2D2}"/>
              </a:ext>
            </a:extLst>
          </p:cNvPr>
          <p:cNvSpPr txBox="1"/>
          <p:nvPr userDrawn="1"/>
        </p:nvSpPr>
        <p:spPr>
          <a:xfrm>
            <a:off x="6242050" y="6166800"/>
            <a:ext cx="5949950" cy="360000"/>
          </a:xfrm>
          <a:prstGeom prst="rect">
            <a:avLst/>
          </a:prstGeom>
          <a:noFill/>
        </p:spPr>
        <p:txBody>
          <a:bodyPr wrap="square" lIns="0" tIns="0" rIns="835200" bIns="36000" rtlCol="0" anchor="b">
            <a:noAutofit/>
          </a:bodyPr>
          <a:lstStyle/>
          <a:p>
            <a:pPr algn="r"/>
            <a:r>
              <a:rPr lang="en-US" sz="1000" b="0" noProof="0" dirty="0">
                <a:solidFill>
                  <a:schemeClr val="tx1"/>
                </a:solidFill>
              </a:rPr>
              <a:t>Author | Department</a:t>
            </a:r>
          </a:p>
        </p:txBody>
      </p:sp>
      <p:sp>
        <p:nvSpPr>
          <p:cNvPr id="18" name="Copyright">
            <a:extLst>
              <a:ext uri="{FF2B5EF4-FFF2-40B4-BE49-F238E27FC236}">
                <a16:creationId xmlns:a16="http://schemas.microsoft.com/office/drawing/2014/main" id="{39F2375B-D22F-4C21-B117-6F14EB872B3A}"/>
              </a:ext>
            </a:extLst>
          </p:cNvPr>
          <p:cNvSpPr txBox="1"/>
          <p:nvPr userDrawn="1"/>
        </p:nvSpPr>
        <p:spPr>
          <a:xfrm>
            <a:off x="6242050" y="6526800"/>
            <a:ext cx="5949950" cy="331200"/>
          </a:xfrm>
          <a:prstGeom prst="rect">
            <a:avLst/>
          </a:prstGeom>
          <a:noFill/>
        </p:spPr>
        <p:txBody>
          <a:bodyPr wrap="square" lIns="626400" tIns="0" rIns="482400" bIns="0" rtlCol="0" anchor="t">
            <a:noAutofit/>
          </a:bodyPr>
          <a:lstStyle/>
          <a:p>
            <a:pPr algn="r"/>
            <a:r>
              <a:rPr lang="en-US" sz="1000" b="0" noProof="0" dirty="0">
                <a:solidFill>
                  <a:schemeClr val="tx1"/>
                </a:solidFill>
              </a:rPr>
              <a:t>Restricted © Siemens Energy, 2020</a:t>
            </a:r>
          </a:p>
        </p:txBody>
      </p:sp>
      <p:sp>
        <p:nvSpPr>
          <p:cNvPr id="19" name="Page">
            <a:extLst>
              <a:ext uri="{FF2B5EF4-FFF2-40B4-BE49-F238E27FC236}">
                <a16:creationId xmlns:a16="http://schemas.microsoft.com/office/drawing/2014/main" id="{DCCDEAC1-13C2-4322-816D-0489681B6D17}"/>
              </a:ext>
            </a:extLst>
          </p:cNvPr>
          <p:cNvSpPr txBox="1"/>
          <p:nvPr userDrawn="1"/>
        </p:nvSpPr>
        <p:spPr>
          <a:xfrm>
            <a:off x="11364000" y="6166800"/>
            <a:ext cx="828000" cy="360000"/>
          </a:xfrm>
          <a:prstGeom prst="rect">
            <a:avLst/>
          </a:prstGeom>
          <a:noFill/>
        </p:spPr>
        <p:txBody>
          <a:bodyPr wrap="square" lIns="0" tIns="0" rIns="482400" bIns="36000" rtlCol="0" anchor="b">
            <a:noAutofit/>
          </a:bodyPr>
          <a:lstStyle/>
          <a:p>
            <a:pPr algn="r"/>
            <a:fld id="{6F7EFBA6-8CEB-40F4-B709-F27F7004ACFC}" type="slidenum">
              <a:rPr lang="en-US" sz="1000" b="1" noProof="0" smtClean="0">
                <a:solidFill>
                  <a:schemeClr val="tx1"/>
                </a:solidFill>
              </a:rPr>
              <a:t>‹#›</a:t>
            </a:fld>
            <a:endParaRPr lang="en-US" sz="1000" b="1" noProof="0" dirty="0">
              <a:solidFill>
                <a:schemeClr val="tx1"/>
              </a:solidFill>
            </a:endParaRPr>
          </a:p>
        </p:txBody>
      </p:sp>
      <p:sp>
        <p:nvSpPr>
          <p:cNvPr id="10" name="Date">
            <a:extLst>
              <a:ext uri="{FF2B5EF4-FFF2-40B4-BE49-F238E27FC236}">
                <a16:creationId xmlns:a16="http://schemas.microsoft.com/office/drawing/2014/main" id="{276739E7-354E-4450-8E41-F018556F4A44}"/>
              </a:ext>
            </a:extLst>
          </p:cNvPr>
          <p:cNvSpPr txBox="1"/>
          <p:nvPr userDrawn="1"/>
        </p:nvSpPr>
        <p:spPr>
          <a:xfrm>
            <a:off x="-1" y="6526800"/>
            <a:ext cx="1692000" cy="331200"/>
          </a:xfrm>
          <a:prstGeom prst="rect">
            <a:avLst/>
          </a:prstGeom>
          <a:noFill/>
        </p:spPr>
        <p:txBody>
          <a:bodyPr wrap="square" lIns="626400" tIns="0" rIns="0" bIns="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chemeClr val="tx1"/>
                </a:solidFill>
              </a:rPr>
              <a:t>YYYY-MM-DD</a:t>
            </a:r>
          </a:p>
        </p:txBody>
      </p:sp>
    </p:spTree>
    <p:extLst>
      <p:ext uri="{BB962C8B-B14F-4D97-AF65-F5344CB8AC3E}">
        <p14:creationId xmlns:p14="http://schemas.microsoft.com/office/powerpoint/2010/main" val="16253476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rtly bleed color area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>
            <a:extLst>
              <a:ext uri="{FF2B5EF4-FFF2-40B4-BE49-F238E27FC236}">
                <a16:creationId xmlns:a16="http://schemas.microsoft.com/office/drawing/2014/main" id="{1B67C6AD-42CF-4549-839D-23FD1107A8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97" t="-4" r="1" b="-1"/>
          <a:stretch/>
        </p:blipFill>
        <p:spPr bwMode="invGray">
          <a:xfrm>
            <a:off x="6242050" y="0"/>
            <a:ext cx="5949950" cy="6857571"/>
          </a:xfrm>
          <a:prstGeom prst="rect">
            <a:avLst/>
          </a:prstGeom>
        </p:spPr>
      </p:pic>
      <p:sp>
        <p:nvSpPr>
          <p:cNvPr id="3" name="Title">
            <a:extLst>
              <a:ext uri="{FF2B5EF4-FFF2-40B4-BE49-F238E27FC236}">
                <a16:creationId xmlns:a16="http://schemas.microsoft.com/office/drawing/2014/main" id="{69754322-9D76-4652-BA00-A16E0E8BC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6098400" cy="141446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Copy 1">
            <a:extLst>
              <a:ext uri="{FF2B5EF4-FFF2-40B4-BE49-F238E27FC236}">
                <a16:creationId xmlns:a16="http://schemas.microsoft.com/office/drawing/2014/main" id="{756262E2-8F38-4C0F-A3F9-8F59D3EABBE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7063" y="1702800"/>
            <a:ext cx="5468935" cy="4464050"/>
          </a:xfrm>
        </p:spPr>
        <p:txBody>
          <a:bodyPr lIns="0"/>
          <a:lstStyle>
            <a:lvl1pP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py 2">
            <a:extLst>
              <a:ext uri="{FF2B5EF4-FFF2-40B4-BE49-F238E27FC236}">
                <a16:creationId xmlns:a16="http://schemas.microsoft.com/office/drawing/2014/main" id="{0C7A0882-840F-46D5-B681-43C58151C83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868800" y="1702800"/>
            <a:ext cx="4845363" cy="446405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6" name="Author | Department">
            <a:extLst>
              <a:ext uri="{FF2B5EF4-FFF2-40B4-BE49-F238E27FC236}">
                <a16:creationId xmlns:a16="http://schemas.microsoft.com/office/drawing/2014/main" id="{AF33B1C0-2E11-42BC-A97B-DF29BD3B97B8}"/>
              </a:ext>
            </a:extLst>
          </p:cNvPr>
          <p:cNvSpPr txBox="1"/>
          <p:nvPr userDrawn="1"/>
        </p:nvSpPr>
        <p:spPr>
          <a:xfrm>
            <a:off x="6242050" y="6166800"/>
            <a:ext cx="5949950" cy="360000"/>
          </a:xfrm>
          <a:prstGeom prst="rect">
            <a:avLst/>
          </a:prstGeom>
          <a:noFill/>
        </p:spPr>
        <p:txBody>
          <a:bodyPr wrap="square" lIns="0" tIns="0" rIns="835200" bIns="36000" rtlCol="0" anchor="b">
            <a:noAutofit/>
          </a:bodyPr>
          <a:lstStyle/>
          <a:p>
            <a:pPr algn="r"/>
            <a:r>
              <a:rPr lang="en-US" sz="1000" b="0" noProof="0" dirty="0">
                <a:solidFill>
                  <a:schemeClr val="bg1"/>
                </a:solidFill>
              </a:rPr>
              <a:t>Author | Department</a:t>
            </a:r>
          </a:p>
        </p:txBody>
      </p:sp>
      <p:sp>
        <p:nvSpPr>
          <p:cNvPr id="17" name="Copyright">
            <a:extLst>
              <a:ext uri="{FF2B5EF4-FFF2-40B4-BE49-F238E27FC236}">
                <a16:creationId xmlns:a16="http://schemas.microsoft.com/office/drawing/2014/main" id="{C6BE5120-1513-4265-A6B3-3B42254A34FF}"/>
              </a:ext>
            </a:extLst>
          </p:cNvPr>
          <p:cNvSpPr txBox="1"/>
          <p:nvPr userDrawn="1"/>
        </p:nvSpPr>
        <p:spPr>
          <a:xfrm>
            <a:off x="6242050" y="6526800"/>
            <a:ext cx="5949950" cy="331200"/>
          </a:xfrm>
          <a:prstGeom prst="rect">
            <a:avLst/>
          </a:prstGeom>
          <a:noFill/>
        </p:spPr>
        <p:txBody>
          <a:bodyPr wrap="square" lIns="626400" tIns="0" rIns="482400" bIns="0" rtlCol="0" anchor="t">
            <a:noAutofit/>
          </a:bodyPr>
          <a:lstStyle/>
          <a:p>
            <a:pPr algn="r"/>
            <a:r>
              <a:rPr lang="en-US" sz="1000" b="0" noProof="0" dirty="0">
                <a:solidFill>
                  <a:schemeClr val="bg1"/>
                </a:solidFill>
              </a:rPr>
              <a:t>Restricted © Siemens Energy, 2020</a:t>
            </a:r>
          </a:p>
        </p:txBody>
      </p:sp>
      <p:sp>
        <p:nvSpPr>
          <p:cNvPr id="18" name="Page">
            <a:extLst>
              <a:ext uri="{FF2B5EF4-FFF2-40B4-BE49-F238E27FC236}">
                <a16:creationId xmlns:a16="http://schemas.microsoft.com/office/drawing/2014/main" id="{0A81FD87-E05D-463F-95C1-4A49C99D181A}"/>
              </a:ext>
            </a:extLst>
          </p:cNvPr>
          <p:cNvSpPr txBox="1"/>
          <p:nvPr userDrawn="1"/>
        </p:nvSpPr>
        <p:spPr>
          <a:xfrm>
            <a:off x="11364000" y="6166800"/>
            <a:ext cx="828000" cy="360000"/>
          </a:xfrm>
          <a:prstGeom prst="rect">
            <a:avLst/>
          </a:prstGeom>
          <a:noFill/>
        </p:spPr>
        <p:txBody>
          <a:bodyPr wrap="square" lIns="0" tIns="0" rIns="482400" bIns="36000" rtlCol="0" anchor="b">
            <a:noAutofit/>
          </a:bodyPr>
          <a:lstStyle/>
          <a:p>
            <a:pPr algn="r"/>
            <a:fld id="{6F7EFBA6-8CEB-40F4-B709-F27F7004ACFC}" type="slidenum">
              <a:rPr lang="en-US" sz="1000" b="1" noProof="0" smtClean="0">
                <a:solidFill>
                  <a:schemeClr val="bg1"/>
                </a:solidFill>
              </a:rPr>
              <a:t>‹#›</a:t>
            </a:fld>
            <a:endParaRPr lang="en-US" sz="1000" b="1" noProof="0" dirty="0">
              <a:solidFill>
                <a:schemeClr val="bg1"/>
              </a:solidFill>
            </a:endParaRPr>
          </a:p>
        </p:txBody>
      </p:sp>
      <p:sp>
        <p:nvSpPr>
          <p:cNvPr id="19" name="Date">
            <a:extLst>
              <a:ext uri="{FF2B5EF4-FFF2-40B4-BE49-F238E27FC236}">
                <a16:creationId xmlns:a16="http://schemas.microsoft.com/office/drawing/2014/main" id="{21CEE93F-0590-461F-A26C-B76B7B67C05B}"/>
              </a:ext>
            </a:extLst>
          </p:cNvPr>
          <p:cNvSpPr txBox="1"/>
          <p:nvPr userDrawn="1"/>
        </p:nvSpPr>
        <p:spPr>
          <a:xfrm>
            <a:off x="-1" y="6526800"/>
            <a:ext cx="1692000" cy="331200"/>
          </a:xfrm>
          <a:prstGeom prst="rect">
            <a:avLst/>
          </a:prstGeom>
          <a:noFill/>
        </p:spPr>
        <p:txBody>
          <a:bodyPr wrap="square" lIns="626400" tIns="0" rIns="0" bIns="3600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chemeClr val="tx1"/>
                </a:solidFill>
              </a:rPr>
              <a:t>YYYY-MM-DD</a:t>
            </a:r>
          </a:p>
        </p:txBody>
      </p:sp>
    </p:spTree>
    <p:extLst>
      <p:ext uri="{BB962C8B-B14F-4D97-AF65-F5344CB8AC3E}">
        <p14:creationId xmlns:p14="http://schemas.microsoft.com/office/powerpoint/2010/main" val="7376065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326">
          <p15:clr>
            <a:srgbClr val="009999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rtly bleed color area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DCAA5B86-D6D2-48E1-A718-F4740661587C}"/>
              </a:ext>
            </a:extLst>
          </p:cNvPr>
          <p:cNvSpPr/>
          <p:nvPr userDrawn="1"/>
        </p:nvSpPr>
        <p:spPr bwMode="invGray">
          <a:xfrm>
            <a:off x="-2" y="1"/>
            <a:ext cx="6099177" cy="6857998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70000">
                <a:schemeClr val="bg2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F3C362A-A909-40CB-9FA2-3D7178007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6098400" cy="14144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Copy 1">
            <a:extLst>
              <a:ext uri="{FF2B5EF4-FFF2-40B4-BE49-F238E27FC236}">
                <a16:creationId xmlns:a16="http://schemas.microsoft.com/office/drawing/2014/main" id="{756262E2-8F38-4C0F-A3F9-8F59D3EABBE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7063" y="1702800"/>
            <a:ext cx="4838400" cy="4464050"/>
          </a:xfrm>
        </p:spPr>
        <p:txBody>
          <a:bodyPr lIns="0"/>
          <a:lstStyle>
            <a:lvl1pPr>
              <a:defRPr>
                <a:solidFill>
                  <a:schemeClr val="tx1"/>
                </a:solidFill>
              </a:defRPr>
            </a:lvl1pPr>
            <a:lvl2pPr>
              <a:buClrTx/>
              <a:defRPr>
                <a:solidFill>
                  <a:schemeClr val="tx1"/>
                </a:solidFill>
              </a:defRPr>
            </a:lvl2pPr>
            <a:lvl3pPr>
              <a:buClrTx/>
              <a:defRPr>
                <a:solidFill>
                  <a:schemeClr val="tx1"/>
                </a:solidFill>
              </a:defRPr>
            </a:lvl3pPr>
            <a:lvl4pPr>
              <a:buClrTx/>
              <a:defRPr>
                <a:solidFill>
                  <a:schemeClr val="tx1"/>
                </a:solidFill>
              </a:defRPr>
            </a:lvl4pPr>
            <a:lvl5pPr>
              <a:buClrTx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py 2">
            <a:extLst>
              <a:ext uri="{FF2B5EF4-FFF2-40B4-BE49-F238E27FC236}">
                <a16:creationId xmlns:a16="http://schemas.microsoft.com/office/drawing/2014/main" id="{0C7A0882-840F-46D5-B681-43C58151C83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724799" y="1702800"/>
            <a:ext cx="4989364" cy="4464050"/>
          </a:xfrm>
        </p:spPr>
        <p:txBody>
          <a:bodyPr lIns="0"/>
          <a:lstStyle>
            <a:lvl1pPr>
              <a:defRPr>
                <a:solidFill>
                  <a:schemeClr val="bg2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6" name="Author | Department">
            <a:extLst>
              <a:ext uri="{FF2B5EF4-FFF2-40B4-BE49-F238E27FC236}">
                <a16:creationId xmlns:a16="http://schemas.microsoft.com/office/drawing/2014/main" id="{AF33B1C0-2E11-42BC-A97B-DF29BD3B97B8}"/>
              </a:ext>
            </a:extLst>
          </p:cNvPr>
          <p:cNvSpPr txBox="1"/>
          <p:nvPr userDrawn="1"/>
        </p:nvSpPr>
        <p:spPr>
          <a:xfrm>
            <a:off x="6242050" y="6166800"/>
            <a:ext cx="5949950" cy="360000"/>
          </a:xfrm>
          <a:prstGeom prst="rect">
            <a:avLst/>
          </a:prstGeom>
          <a:noFill/>
        </p:spPr>
        <p:txBody>
          <a:bodyPr wrap="square" lIns="0" tIns="0" rIns="835200" bIns="36000" rtlCol="0" anchor="b">
            <a:noAutofit/>
          </a:bodyPr>
          <a:lstStyle/>
          <a:p>
            <a:pPr algn="r"/>
            <a:r>
              <a:rPr lang="en-US" sz="1000" b="0" noProof="0" dirty="0">
                <a:solidFill>
                  <a:schemeClr val="bg2"/>
                </a:solidFill>
              </a:rPr>
              <a:t>Author | Department</a:t>
            </a:r>
          </a:p>
        </p:txBody>
      </p:sp>
      <p:sp>
        <p:nvSpPr>
          <p:cNvPr id="17" name="Copyright">
            <a:extLst>
              <a:ext uri="{FF2B5EF4-FFF2-40B4-BE49-F238E27FC236}">
                <a16:creationId xmlns:a16="http://schemas.microsoft.com/office/drawing/2014/main" id="{C6BE5120-1513-4265-A6B3-3B42254A34FF}"/>
              </a:ext>
            </a:extLst>
          </p:cNvPr>
          <p:cNvSpPr txBox="1"/>
          <p:nvPr userDrawn="1"/>
        </p:nvSpPr>
        <p:spPr>
          <a:xfrm>
            <a:off x="6242050" y="6526800"/>
            <a:ext cx="5949950" cy="331200"/>
          </a:xfrm>
          <a:prstGeom prst="rect">
            <a:avLst/>
          </a:prstGeom>
          <a:noFill/>
        </p:spPr>
        <p:txBody>
          <a:bodyPr wrap="square" lIns="626400" tIns="0" rIns="482400" bIns="0" rtlCol="0" anchor="t">
            <a:noAutofit/>
          </a:bodyPr>
          <a:lstStyle/>
          <a:p>
            <a:pPr algn="r"/>
            <a:r>
              <a:rPr lang="en-US" sz="1000" b="0" noProof="0" dirty="0">
                <a:solidFill>
                  <a:schemeClr val="bg2"/>
                </a:solidFill>
              </a:rPr>
              <a:t>Restricted © Siemens Energy, 2020</a:t>
            </a:r>
          </a:p>
        </p:txBody>
      </p:sp>
      <p:sp>
        <p:nvSpPr>
          <p:cNvPr id="18" name="Page">
            <a:extLst>
              <a:ext uri="{FF2B5EF4-FFF2-40B4-BE49-F238E27FC236}">
                <a16:creationId xmlns:a16="http://schemas.microsoft.com/office/drawing/2014/main" id="{0A81FD87-E05D-463F-95C1-4A49C99D181A}"/>
              </a:ext>
            </a:extLst>
          </p:cNvPr>
          <p:cNvSpPr txBox="1"/>
          <p:nvPr userDrawn="1"/>
        </p:nvSpPr>
        <p:spPr>
          <a:xfrm>
            <a:off x="11364000" y="6166800"/>
            <a:ext cx="828000" cy="360000"/>
          </a:xfrm>
          <a:prstGeom prst="rect">
            <a:avLst/>
          </a:prstGeom>
          <a:noFill/>
        </p:spPr>
        <p:txBody>
          <a:bodyPr wrap="square" lIns="0" tIns="0" rIns="482400" bIns="36000" rtlCol="0" anchor="b">
            <a:noAutofit/>
          </a:bodyPr>
          <a:lstStyle/>
          <a:p>
            <a:pPr algn="r"/>
            <a:fld id="{6F7EFBA6-8CEB-40F4-B709-F27F7004ACFC}" type="slidenum">
              <a:rPr lang="en-US" sz="1000" b="1" noProof="0" smtClean="0">
                <a:solidFill>
                  <a:schemeClr val="bg2"/>
                </a:solidFill>
              </a:rPr>
              <a:t>‹#›</a:t>
            </a:fld>
            <a:endParaRPr lang="en-US" sz="1000" b="1" noProof="0" dirty="0">
              <a:solidFill>
                <a:schemeClr val="bg2"/>
              </a:solidFill>
            </a:endParaRPr>
          </a:p>
        </p:txBody>
      </p:sp>
      <p:sp>
        <p:nvSpPr>
          <p:cNvPr id="19" name="Date">
            <a:extLst>
              <a:ext uri="{FF2B5EF4-FFF2-40B4-BE49-F238E27FC236}">
                <a16:creationId xmlns:a16="http://schemas.microsoft.com/office/drawing/2014/main" id="{21CEE93F-0590-461F-A26C-B76B7B67C05B}"/>
              </a:ext>
            </a:extLst>
          </p:cNvPr>
          <p:cNvSpPr txBox="1"/>
          <p:nvPr userDrawn="1"/>
        </p:nvSpPr>
        <p:spPr>
          <a:xfrm>
            <a:off x="-1" y="6526800"/>
            <a:ext cx="1692000" cy="331200"/>
          </a:xfrm>
          <a:prstGeom prst="rect">
            <a:avLst/>
          </a:prstGeom>
          <a:noFill/>
        </p:spPr>
        <p:txBody>
          <a:bodyPr wrap="square" lIns="626400" tIns="0" rIns="0" bIns="3600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chemeClr val="tx1"/>
                </a:solidFill>
              </a:rPr>
              <a:t>YYYY-MM-DD</a:t>
            </a:r>
          </a:p>
        </p:txBody>
      </p:sp>
    </p:spTree>
    <p:extLst>
      <p:ext uri="{BB962C8B-B14F-4D97-AF65-F5344CB8AC3E}">
        <p14:creationId xmlns:p14="http://schemas.microsoft.com/office/powerpoint/2010/main" val="35182322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4235">
          <p15:clr>
            <a:srgbClr val="009999"/>
          </p15:clr>
        </p15:guide>
        <p15:guide id="4" pos="3445">
          <p15:clr>
            <a:srgbClr val="009999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rtly bleed color area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>
            <a:extLst>
              <a:ext uri="{FF2B5EF4-FFF2-40B4-BE49-F238E27FC236}">
                <a16:creationId xmlns:a16="http://schemas.microsoft.com/office/drawing/2014/main" id="{1B67C6AD-42CF-4549-839D-23FD1107A8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49" t="-4" r="1" b="-1"/>
          <a:stretch/>
        </p:blipFill>
        <p:spPr bwMode="invGray">
          <a:xfrm>
            <a:off x="4225925" y="0"/>
            <a:ext cx="7966075" cy="6857571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1DA0C482-E794-471B-86E8-8B4BC6FE0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5925" y="1"/>
            <a:ext cx="7488238" cy="14144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Copy 1">
            <a:extLst>
              <a:ext uri="{FF2B5EF4-FFF2-40B4-BE49-F238E27FC236}">
                <a16:creationId xmlns:a16="http://schemas.microsoft.com/office/drawing/2014/main" id="{756262E2-8F38-4C0F-A3F9-8F59D3EABBE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7063" y="1702800"/>
            <a:ext cx="3312000" cy="446405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py 2">
            <a:extLst>
              <a:ext uri="{FF2B5EF4-FFF2-40B4-BE49-F238E27FC236}">
                <a16:creationId xmlns:a16="http://schemas.microsoft.com/office/drawing/2014/main" id="{0C7A0882-840F-46D5-B681-43C58151C83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52988" y="1702800"/>
            <a:ext cx="6861175" cy="4464050"/>
          </a:xfrm>
        </p:spPr>
        <p:txBody>
          <a:bodyPr lIns="0"/>
          <a:lstStyle>
            <a:lvl1pPr>
              <a:defRPr/>
            </a:lvl1pPr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/>
            </a:lvl4pPr>
            <a:lvl5pPr>
              <a:buClrTx/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6" name="Author | Department">
            <a:extLst>
              <a:ext uri="{FF2B5EF4-FFF2-40B4-BE49-F238E27FC236}">
                <a16:creationId xmlns:a16="http://schemas.microsoft.com/office/drawing/2014/main" id="{AF33B1C0-2E11-42BC-A97B-DF29BD3B97B8}"/>
              </a:ext>
            </a:extLst>
          </p:cNvPr>
          <p:cNvSpPr txBox="1"/>
          <p:nvPr userDrawn="1"/>
        </p:nvSpPr>
        <p:spPr>
          <a:xfrm>
            <a:off x="6242050" y="6166800"/>
            <a:ext cx="5949950" cy="360000"/>
          </a:xfrm>
          <a:prstGeom prst="rect">
            <a:avLst/>
          </a:prstGeom>
          <a:noFill/>
        </p:spPr>
        <p:txBody>
          <a:bodyPr wrap="square" lIns="0" tIns="0" rIns="835200" bIns="36000" rtlCol="0" anchor="b">
            <a:noAutofit/>
          </a:bodyPr>
          <a:lstStyle/>
          <a:p>
            <a:pPr algn="r"/>
            <a:r>
              <a:rPr lang="en-US" sz="1000" b="0" noProof="0" dirty="0">
                <a:solidFill>
                  <a:schemeClr val="tx1"/>
                </a:solidFill>
              </a:rPr>
              <a:t>Author | Department</a:t>
            </a:r>
          </a:p>
        </p:txBody>
      </p:sp>
      <p:sp>
        <p:nvSpPr>
          <p:cNvPr id="17" name="Copyright">
            <a:extLst>
              <a:ext uri="{FF2B5EF4-FFF2-40B4-BE49-F238E27FC236}">
                <a16:creationId xmlns:a16="http://schemas.microsoft.com/office/drawing/2014/main" id="{C6BE5120-1513-4265-A6B3-3B42254A34FF}"/>
              </a:ext>
            </a:extLst>
          </p:cNvPr>
          <p:cNvSpPr txBox="1"/>
          <p:nvPr userDrawn="1"/>
        </p:nvSpPr>
        <p:spPr>
          <a:xfrm>
            <a:off x="6242050" y="6526800"/>
            <a:ext cx="5949950" cy="331200"/>
          </a:xfrm>
          <a:prstGeom prst="rect">
            <a:avLst/>
          </a:prstGeom>
          <a:noFill/>
        </p:spPr>
        <p:txBody>
          <a:bodyPr wrap="square" lIns="626400" tIns="0" rIns="482400" bIns="0" rtlCol="0" anchor="t">
            <a:noAutofit/>
          </a:bodyPr>
          <a:lstStyle/>
          <a:p>
            <a:pPr algn="r"/>
            <a:r>
              <a:rPr lang="en-US" sz="1000" b="0" noProof="0" dirty="0">
                <a:solidFill>
                  <a:schemeClr val="tx1"/>
                </a:solidFill>
              </a:rPr>
              <a:t>Restricted © Siemens Energy, 2020</a:t>
            </a:r>
          </a:p>
        </p:txBody>
      </p:sp>
      <p:sp>
        <p:nvSpPr>
          <p:cNvPr id="18" name="Page">
            <a:extLst>
              <a:ext uri="{FF2B5EF4-FFF2-40B4-BE49-F238E27FC236}">
                <a16:creationId xmlns:a16="http://schemas.microsoft.com/office/drawing/2014/main" id="{0A81FD87-E05D-463F-95C1-4A49C99D181A}"/>
              </a:ext>
            </a:extLst>
          </p:cNvPr>
          <p:cNvSpPr txBox="1"/>
          <p:nvPr userDrawn="1"/>
        </p:nvSpPr>
        <p:spPr>
          <a:xfrm>
            <a:off x="11292000" y="6166800"/>
            <a:ext cx="900000" cy="360000"/>
          </a:xfrm>
          <a:prstGeom prst="rect">
            <a:avLst/>
          </a:prstGeom>
          <a:noFill/>
        </p:spPr>
        <p:txBody>
          <a:bodyPr wrap="square" lIns="0" tIns="0" rIns="482400" bIns="36000" rtlCol="0" anchor="b">
            <a:noAutofit/>
          </a:bodyPr>
          <a:lstStyle/>
          <a:p>
            <a:pPr algn="r"/>
            <a:fld id="{6F7EFBA6-8CEB-40F4-B709-F27F7004ACFC}" type="slidenum">
              <a:rPr lang="en-US" sz="1000" b="1" noProof="0" smtClean="0">
                <a:solidFill>
                  <a:schemeClr val="tx1"/>
                </a:solidFill>
              </a:rPr>
              <a:t>‹#›</a:t>
            </a:fld>
            <a:endParaRPr lang="en-US" sz="1000" b="1" noProof="0" dirty="0">
              <a:solidFill>
                <a:schemeClr val="tx1"/>
              </a:solidFill>
            </a:endParaRPr>
          </a:p>
        </p:txBody>
      </p:sp>
      <p:sp>
        <p:nvSpPr>
          <p:cNvPr id="19" name="Date">
            <a:extLst>
              <a:ext uri="{FF2B5EF4-FFF2-40B4-BE49-F238E27FC236}">
                <a16:creationId xmlns:a16="http://schemas.microsoft.com/office/drawing/2014/main" id="{21CEE93F-0590-461F-A26C-B76B7B67C05B}"/>
              </a:ext>
            </a:extLst>
          </p:cNvPr>
          <p:cNvSpPr txBox="1"/>
          <p:nvPr userDrawn="1"/>
        </p:nvSpPr>
        <p:spPr>
          <a:xfrm>
            <a:off x="-1" y="6526800"/>
            <a:ext cx="1692000" cy="331200"/>
          </a:xfrm>
          <a:prstGeom prst="rect">
            <a:avLst/>
          </a:prstGeom>
          <a:noFill/>
        </p:spPr>
        <p:txBody>
          <a:bodyPr wrap="square" lIns="626400" tIns="0" rIns="0" bIns="3600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chemeClr val="bg1"/>
                </a:solidFill>
              </a:rPr>
              <a:t>YYYY-MM-DD</a:t>
            </a:r>
          </a:p>
        </p:txBody>
      </p:sp>
    </p:spTree>
    <p:extLst>
      <p:ext uri="{BB962C8B-B14F-4D97-AF65-F5344CB8AC3E}">
        <p14:creationId xmlns:p14="http://schemas.microsoft.com/office/powerpoint/2010/main" val="16117451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2482">
          <p15:clr>
            <a:srgbClr val="009999"/>
          </p15:clr>
        </p15:guide>
        <p15:guide id="3" pos="3057">
          <p15:clr>
            <a:srgbClr val="009999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rtly bleed color area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DCAA5B86-D6D2-48E1-A718-F4740661587C}"/>
              </a:ext>
            </a:extLst>
          </p:cNvPr>
          <p:cNvSpPr/>
          <p:nvPr userDrawn="1"/>
        </p:nvSpPr>
        <p:spPr bwMode="invGray">
          <a:xfrm>
            <a:off x="-1" y="1"/>
            <a:ext cx="4225926" cy="6857998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70000">
                <a:schemeClr val="tx2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506C2C1-E8E5-4190-B0E4-8D8FC817B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5925" y="1"/>
            <a:ext cx="7488238" cy="141446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Copy 1">
            <a:extLst>
              <a:ext uri="{FF2B5EF4-FFF2-40B4-BE49-F238E27FC236}">
                <a16:creationId xmlns:a16="http://schemas.microsoft.com/office/drawing/2014/main" id="{756262E2-8F38-4C0F-A3F9-8F59D3EABBE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7063" y="1702800"/>
            <a:ext cx="3312000" cy="446405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py 2">
            <a:extLst>
              <a:ext uri="{FF2B5EF4-FFF2-40B4-BE49-F238E27FC236}">
                <a16:creationId xmlns:a16="http://schemas.microsoft.com/office/drawing/2014/main" id="{0C7A0882-840F-46D5-B681-43C58151C83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52990" y="1702800"/>
            <a:ext cx="6861174" cy="4464050"/>
          </a:xfrm>
        </p:spPr>
        <p:txBody>
          <a:bodyPr lIns="0"/>
          <a:lstStyle>
            <a:lvl1pPr>
              <a:defRPr/>
            </a:lvl1pPr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6" name="Author | Department">
            <a:extLst>
              <a:ext uri="{FF2B5EF4-FFF2-40B4-BE49-F238E27FC236}">
                <a16:creationId xmlns:a16="http://schemas.microsoft.com/office/drawing/2014/main" id="{AF33B1C0-2E11-42BC-A97B-DF29BD3B97B8}"/>
              </a:ext>
            </a:extLst>
          </p:cNvPr>
          <p:cNvSpPr txBox="1"/>
          <p:nvPr userDrawn="1"/>
        </p:nvSpPr>
        <p:spPr>
          <a:xfrm>
            <a:off x="6242050" y="6166800"/>
            <a:ext cx="5949950" cy="360000"/>
          </a:xfrm>
          <a:prstGeom prst="rect">
            <a:avLst/>
          </a:prstGeom>
          <a:noFill/>
        </p:spPr>
        <p:txBody>
          <a:bodyPr wrap="square" lIns="0" tIns="0" rIns="835200" bIns="36000" rtlCol="0" anchor="b">
            <a:noAutofit/>
          </a:bodyPr>
          <a:lstStyle/>
          <a:p>
            <a:pPr algn="r"/>
            <a:r>
              <a:rPr lang="en-US" sz="1000" b="0" noProof="0" dirty="0">
                <a:solidFill>
                  <a:schemeClr val="tx1"/>
                </a:solidFill>
              </a:rPr>
              <a:t>Author | Department</a:t>
            </a:r>
          </a:p>
        </p:txBody>
      </p:sp>
      <p:sp>
        <p:nvSpPr>
          <p:cNvPr id="17" name="Copyright">
            <a:extLst>
              <a:ext uri="{FF2B5EF4-FFF2-40B4-BE49-F238E27FC236}">
                <a16:creationId xmlns:a16="http://schemas.microsoft.com/office/drawing/2014/main" id="{C6BE5120-1513-4265-A6B3-3B42254A34FF}"/>
              </a:ext>
            </a:extLst>
          </p:cNvPr>
          <p:cNvSpPr txBox="1"/>
          <p:nvPr userDrawn="1"/>
        </p:nvSpPr>
        <p:spPr>
          <a:xfrm>
            <a:off x="6242050" y="6526800"/>
            <a:ext cx="5949950" cy="331200"/>
          </a:xfrm>
          <a:prstGeom prst="rect">
            <a:avLst/>
          </a:prstGeom>
          <a:noFill/>
        </p:spPr>
        <p:txBody>
          <a:bodyPr wrap="square" lIns="626400" tIns="0" rIns="482400" bIns="0" rtlCol="0" anchor="t">
            <a:noAutofit/>
          </a:bodyPr>
          <a:lstStyle/>
          <a:p>
            <a:pPr algn="r"/>
            <a:r>
              <a:rPr lang="en-US" sz="1000" b="0" noProof="0" dirty="0">
                <a:solidFill>
                  <a:schemeClr val="tx1"/>
                </a:solidFill>
              </a:rPr>
              <a:t>Restricted © Siemens Energy, 2020</a:t>
            </a:r>
          </a:p>
        </p:txBody>
      </p:sp>
      <p:sp>
        <p:nvSpPr>
          <p:cNvPr id="18" name="Page">
            <a:extLst>
              <a:ext uri="{FF2B5EF4-FFF2-40B4-BE49-F238E27FC236}">
                <a16:creationId xmlns:a16="http://schemas.microsoft.com/office/drawing/2014/main" id="{0A81FD87-E05D-463F-95C1-4A49C99D181A}"/>
              </a:ext>
            </a:extLst>
          </p:cNvPr>
          <p:cNvSpPr txBox="1"/>
          <p:nvPr userDrawn="1"/>
        </p:nvSpPr>
        <p:spPr>
          <a:xfrm>
            <a:off x="11364000" y="6166800"/>
            <a:ext cx="828000" cy="360000"/>
          </a:xfrm>
          <a:prstGeom prst="rect">
            <a:avLst/>
          </a:prstGeom>
          <a:noFill/>
        </p:spPr>
        <p:txBody>
          <a:bodyPr wrap="square" lIns="0" tIns="0" rIns="482400" bIns="36000" rtlCol="0" anchor="b">
            <a:noAutofit/>
          </a:bodyPr>
          <a:lstStyle/>
          <a:p>
            <a:pPr algn="r"/>
            <a:fld id="{6F7EFBA6-8CEB-40F4-B709-F27F7004ACFC}" type="slidenum">
              <a:rPr lang="en-US" sz="1000" b="1" noProof="0" smtClean="0">
                <a:solidFill>
                  <a:schemeClr val="tx1"/>
                </a:solidFill>
              </a:rPr>
              <a:t>‹#›</a:t>
            </a:fld>
            <a:endParaRPr lang="en-US" sz="1000" b="1" noProof="0" dirty="0">
              <a:solidFill>
                <a:schemeClr val="tx1"/>
              </a:solidFill>
            </a:endParaRPr>
          </a:p>
        </p:txBody>
      </p:sp>
      <p:sp>
        <p:nvSpPr>
          <p:cNvPr id="19" name="Date">
            <a:extLst>
              <a:ext uri="{FF2B5EF4-FFF2-40B4-BE49-F238E27FC236}">
                <a16:creationId xmlns:a16="http://schemas.microsoft.com/office/drawing/2014/main" id="{21CEE93F-0590-461F-A26C-B76B7B67C05B}"/>
              </a:ext>
            </a:extLst>
          </p:cNvPr>
          <p:cNvSpPr txBox="1"/>
          <p:nvPr userDrawn="1"/>
        </p:nvSpPr>
        <p:spPr>
          <a:xfrm>
            <a:off x="-1" y="6526800"/>
            <a:ext cx="1692000" cy="331200"/>
          </a:xfrm>
          <a:prstGeom prst="rect">
            <a:avLst/>
          </a:prstGeom>
          <a:noFill/>
        </p:spPr>
        <p:txBody>
          <a:bodyPr wrap="square" lIns="626400" tIns="0" rIns="0" bIns="3600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chemeClr val="bg1"/>
                </a:solidFill>
              </a:rPr>
              <a:t>YYYY-MM-DD</a:t>
            </a:r>
          </a:p>
        </p:txBody>
      </p:sp>
    </p:spTree>
    <p:extLst>
      <p:ext uri="{BB962C8B-B14F-4D97-AF65-F5344CB8AC3E}">
        <p14:creationId xmlns:p14="http://schemas.microsoft.com/office/powerpoint/2010/main" val="31085639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481">
          <p15:clr>
            <a:srgbClr val="009999"/>
          </p15:clr>
        </p15:guide>
        <p15:guide id="3" pos="3058">
          <p15:clr>
            <a:srgbClr val="009999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rtly bleed color area 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>
            <a:extLst>
              <a:ext uri="{FF2B5EF4-FFF2-40B4-BE49-F238E27FC236}">
                <a16:creationId xmlns:a16="http://schemas.microsoft.com/office/drawing/2014/main" id="{1B67C6AD-42CF-4549-839D-23FD1107A8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56"/>
          <a:stretch/>
        </p:blipFill>
        <p:spPr bwMode="invGray">
          <a:xfrm>
            <a:off x="0" y="1414463"/>
            <a:ext cx="12191999" cy="5443108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0110D7BC-E7EC-4502-9248-89CD9CF4C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Copy 1">
            <a:extLst>
              <a:ext uri="{FF2B5EF4-FFF2-40B4-BE49-F238E27FC236}">
                <a16:creationId xmlns:a16="http://schemas.microsoft.com/office/drawing/2014/main" id="{0C7A0882-840F-46D5-B681-43C58151C83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7060" y="1702800"/>
            <a:ext cx="3600000" cy="4464050"/>
          </a:xfrm>
        </p:spPr>
        <p:txBody>
          <a:bodyPr/>
          <a:lstStyle>
            <a:lvl1pPr>
              <a:defRPr/>
            </a:lvl1pPr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/>
            </a:lvl4pPr>
            <a:lvl5pPr>
              <a:buClrTx/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Copy 2">
            <a:extLst>
              <a:ext uri="{FF2B5EF4-FFF2-40B4-BE49-F238E27FC236}">
                <a16:creationId xmlns:a16="http://schemas.microsoft.com/office/drawing/2014/main" id="{99496BBF-8C93-419A-9711-E1A45A39C74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70612" y="1702800"/>
            <a:ext cx="3600000" cy="4464050"/>
          </a:xfrm>
        </p:spPr>
        <p:txBody>
          <a:bodyPr/>
          <a:lstStyle>
            <a:lvl1pPr>
              <a:defRPr/>
            </a:lvl1pPr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/>
            </a:lvl4pPr>
            <a:lvl5pPr>
              <a:buClrTx/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4" name="Copy 3">
            <a:extLst>
              <a:ext uri="{FF2B5EF4-FFF2-40B4-BE49-F238E27FC236}">
                <a16:creationId xmlns:a16="http://schemas.microsoft.com/office/drawing/2014/main" id="{F4602EF6-A996-4008-A6E7-BC21522010A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114163" y="1702800"/>
            <a:ext cx="3600000" cy="4464050"/>
          </a:xfrm>
        </p:spPr>
        <p:txBody>
          <a:bodyPr/>
          <a:lstStyle>
            <a:lvl1pPr>
              <a:defRPr/>
            </a:lvl1pPr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/>
            </a:lvl4pPr>
            <a:lvl5pPr>
              <a:buClrTx/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6" name="Author | Department">
            <a:extLst>
              <a:ext uri="{FF2B5EF4-FFF2-40B4-BE49-F238E27FC236}">
                <a16:creationId xmlns:a16="http://schemas.microsoft.com/office/drawing/2014/main" id="{AF33B1C0-2E11-42BC-A97B-DF29BD3B97B8}"/>
              </a:ext>
            </a:extLst>
          </p:cNvPr>
          <p:cNvSpPr txBox="1"/>
          <p:nvPr userDrawn="1"/>
        </p:nvSpPr>
        <p:spPr>
          <a:xfrm>
            <a:off x="6242050" y="6166800"/>
            <a:ext cx="5949950" cy="360000"/>
          </a:xfrm>
          <a:prstGeom prst="rect">
            <a:avLst/>
          </a:prstGeom>
          <a:noFill/>
        </p:spPr>
        <p:txBody>
          <a:bodyPr wrap="square" lIns="0" tIns="0" rIns="835200" bIns="36000" rtlCol="0" anchor="b">
            <a:noAutofit/>
          </a:bodyPr>
          <a:lstStyle/>
          <a:p>
            <a:pPr algn="r"/>
            <a:r>
              <a:rPr lang="en-US" sz="1000" b="0" noProof="0" dirty="0">
                <a:solidFill>
                  <a:schemeClr val="tx1"/>
                </a:solidFill>
              </a:rPr>
              <a:t>Author | Department</a:t>
            </a:r>
          </a:p>
        </p:txBody>
      </p:sp>
      <p:sp>
        <p:nvSpPr>
          <p:cNvPr id="17" name="Copyright">
            <a:extLst>
              <a:ext uri="{FF2B5EF4-FFF2-40B4-BE49-F238E27FC236}">
                <a16:creationId xmlns:a16="http://schemas.microsoft.com/office/drawing/2014/main" id="{C6BE5120-1513-4265-A6B3-3B42254A34FF}"/>
              </a:ext>
            </a:extLst>
          </p:cNvPr>
          <p:cNvSpPr txBox="1"/>
          <p:nvPr userDrawn="1"/>
        </p:nvSpPr>
        <p:spPr>
          <a:xfrm>
            <a:off x="6242050" y="6526800"/>
            <a:ext cx="5949950" cy="331200"/>
          </a:xfrm>
          <a:prstGeom prst="rect">
            <a:avLst/>
          </a:prstGeom>
          <a:noFill/>
        </p:spPr>
        <p:txBody>
          <a:bodyPr wrap="square" lIns="626400" tIns="0" rIns="482400" bIns="0" rtlCol="0" anchor="t">
            <a:noAutofit/>
          </a:bodyPr>
          <a:lstStyle/>
          <a:p>
            <a:pPr algn="r"/>
            <a:r>
              <a:rPr lang="en-US" sz="1000" b="0" noProof="0" dirty="0">
                <a:solidFill>
                  <a:schemeClr val="tx1"/>
                </a:solidFill>
              </a:rPr>
              <a:t>Restricted © Siemens Energy, 2020</a:t>
            </a:r>
          </a:p>
        </p:txBody>
      </p:sp>
      <p:sp>
        <p:nvSpPr>
          <p:cNvPr id="18" name="Page">
            <a:extLst>
              <a:ext uri="{FF2B5EF4-FFF2-40B4-BE49-F238E27FC236}">
                <a16:creationId xmlns:a16="http://schemas.microsoft.com/office/drawing/2014/main" id="{0A81FD87-E05D-463F-95C1-4A49C99D181A}"/>
              </a:ext>
            </a:extLst>
          </p:cNvPr>
          <p:cNvSpPr txBox="1"/>
          <p:nvPr userDrawn="1"/>
        </p:nvSpPr>
        <p:spPr>
          <a:xfrm>
            <a:off x="11364000" y="6166800"/>
            <a:ext cx="828000" cy="360000"/>
          </a:xfrm>
          <a:prstGeom prst="rect">
            <a:avLst/>
          </a:prstGeom>
          <a:noFill/>
        </p:spPr>
        <p:txBody>
          <a:bodyPr wrap="square" lIns="0" tIns="0" rIns="482400" bIns="36000" rtlCol="0" anchor="b">
            <a:noAutofit/>
          </a:bodyPr>
          <a:lstStyle/>
          <a:p>
            <a:pPr algn="r"/>
            <a:fld id="{6F7EFBA6-8CEB-40F4-B709-F27F7004ACFC}" type="slidenum">
              <a:rPr lang="en-US" sz="1000" b="1" noProof="0" smtClean="0">
                <a:solidFill>
                  <a:schemeClr val="tx1"/>
                </a:solidFill>
              </a:rPr>
              <a:t>‹#›</a:t>
            </a:fld>
            <a:endParaRPr lang="en-US" sz="1000" b="1" noProof="0" dirty="0">
              <a:solidFill>
                <a:schemeClr val="tx1"/>
              </a:solidFill>
            </a:endParaRPr>
          </a:p>
        </p:txBody>
      </p:sp>
      <p:sp>
        <p:nvSpPr>
          <p:cNvPr id="19" name="Date">
            <a:extLst>
              <a:ext uri="{FF2B5EF4-FFF2-40B4-BE49-F238E27FC236}">
                <a16:creationId xmlns:a16="http://schemas.microsoft.com/office/drawing/2014/main" id="{21CEE93F-0590-461F-A26C-B76B7B67C05B}"/>
              </a:ext>
            </a:extLst>
          </p:cNvPr>
          <p:cNvSpPr txBox="1"/>
          <p:nvPr userDrawn="1"/>
        </p:nvSpPr>
        <p:spPr>
          <a:xfrm>
            <a:off x="-1" y="6526800"/>
            <a:ext cx="1692000" cy="331200"/>
          </a:xfrm>
          <a:prstGeom prst="rect">
            <a:avLst/>
          </a:prstGeom>
          <a:noFill/>
        </p:spPr>
        <p:txBody>
          <a:bodyPr wrap="square" lIns="626400" tIns="0" rIns="0" bIns="3600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chemeClr val="tx1"/>
                </a:solidFill>
              </a:rPr>
              <a:t>YYYY-MM-DD</a:t>
            </a:r>
          </a:p>
        </p:txBody>
      </p:sp>
    </p:spTree>
    <p:extLst>
      <p:ext uri="{BB962C8B-B14F-4D97-AF65-F5344CB8AC3E}">
        <p14:creationId xmlns:p14="http://schemas.microsoft.com/office/powerpoint/2010/main" val="30111953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5022">
          <p15:clr>
            <a:srgbClr val="009999"/>
          </p15:clr>
        </p15:guide>
        <p15:guide id="2" pos="5112">
          <p15:clr>
            <a:srgbClr val="009999"/>
          </p15:clr>
        </p15:guide>
        <p15:guide id="4" pos="2753">
          <p15:clr>
            <a:srgbClr val="009999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">
            <a:hlinkClick r:id="rId2"/>
            <a:extLst>
              <a:ext uri="{FF2B5EF4-FFF2-40B4-BE49-F238E27FC236}">
                <a16:creationId xmlns:a16="http://schemas.microsoft.com/office/drawing/2014/main" id="{281FD3DE-3D3F-4936-81A7-AD286FE4EFC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6971" t="33492" r="42185" b="37637"/>
          <a:stretch/>
        </p:blipFill>
        <p:spPr bwMode="invGray">
          <a:xfrm>
            <a:off x="1358" y="1414800"/>
            <a:ext cx="6098400" cy="4752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29A8A3D2-4732-49AB-8FCF-B07043C386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Contact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B1D90D2F-1E41-4D9A-A464-3F2D94D5000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42049" y="1414800"/>
            <a:ext cx="5472113" cy="4752974"/>
          </a:xfrm>
        </p:spPr>
        <p:txBody>
          <a:bodyPr lIns="0"/>
          <a:lstStyle>
            <a:lvl1pPr>
              <a:spcBef>
                <a:spcPts val="600"/>
              </a:spcBef>
              <a:defRPr baseline="0"/>
            </a:lvl1pPr>
            <a:lvl2pPr marL="0" indent="0">
              <a:spcBef>
                <a:spcPts val="600"/>
              </a:spcBef>
              <a:buNone/>
              <a:defRPr b="1"/>
            </a:lvl2pPr>
            <a:lvl3pPr marL="180000" indent="-180000">
              <a:spcBef>
                <a:spcPts val="6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0" indent="0">
              <a:spcBef>
                <a:spcPts val="1800"/>
              </a:spcBef>
              <a:buNone/>
              <a:defRPr b="1">
                <a:solidFill>
                  <a:schemeClr val="accent2"/>
                </a:solidFill>
              </a:defRPr>
            </a:lvl4pPr>
            <a:lvl5pPr marL="21600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Contact information</a:t>
            </a:r>
          </a:p>
          <a:p>
            <a:pPr lvl="1"/>
            <a:r>
              <a:rPr lang="en-US" noProof="0" dirty="0"/>
              <a:t>First name Last name</a:t>
            </a:r>
          </a:p>
          <a:p>
            <a:pPr lvl="2"/>
            <a:r>
              <a:rPr lang="en-US" noProof="0" dirty="0"/>
              <a:t>Additional information</a:t>
            </a:r>
          </a:p>
          <a:p>
            <a:pPr lvl="3"/>
            <a:r>
              <a:rPr lang="en-US" noProof="0" dirty="0"/>
              <a:t>Optional URL</a:t>
            </a:r>
          </a:p>
        </p:txBody>
      </p:sp>
      <p:sp>
        <p:nvSpPr>
          <p:cNvPr id="10" name="License statement">
            <a:extLst>
              <a:ext uri="{FF2B5EF4-FFF2-40B4-BE49-F238E27FC236}">
                <a16:creationId xmlns:a16="http://schemas.microsoft.com/office/drawing/2014/main" id="{7A9560F1-3DB3-46C0-AE0C-BFB3B1558722}"/>
              </a:ext>
            </a:extLst>
          </p:cNvPr>
          <p:cNvSpPr txBox="1"/>
          <p:nvPr userDrawn="1"/>
        </p:nvSpPr>
        <p:spPr>
          <a:xfrm>
            <a:off x="1692000" y="6526800"/>
            <a:ext cx="4402800" cy="331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chemeClr val="accent6"/>
                </a:solidFill>
              </a:rPr>
              <a:t>Siemens Energy is a registered trademark licensed by Siemens AG.</a:t>
            </a:r>
          </a:p>
        </p:txBody>
      </p:sp>
      <p:pic>
        <p:nvPicPr>
          <p:cNvPr id="8" name="Logo">
            <a:extLst>
              <a:ext uri="{FF2B5EF4-FFF2-40B4-BE49-F238E27FC236}">
                <a16:creationId xmlns:a16="http://schemas.microsoft.com/office/drawing/2014/main" id="{8D4FB85B-6B00-4CB9-9A3F-0DA4223A52A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 bwMode="black">
          <a:xfrm>
            <a:off x="10274163" y="468926"/>
            <a:ext cx="1439999" cy="49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855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F6C5D22-2D05-436C-B3FF-684C0326B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9659938" cy="1414800"/>
          </a:xfrm>
          <a:prstGeom prst="rect">
            <a:avLst/>
          </a:prstGeom>
        </p:spPr>
        <p:txBody>
          <a:bodyPr vert="horz" lIns="626400" tIns="378000" rIns="0" bIns="0" rtlCol="0" anchor="t" anchorCtr="0">
            <a:noAutofit/>
          </a:bodyPr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93E46A9A-BF3F-41A6-ABFA-1F80C067E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7063" y="1414800"/>
            <a:ext cx="8207375" cy="47529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7" name="Author | Department">
            <a:extLst>
              <a:ext uri="{FF2B5EF4-FFF2-40B4-BE49-F238E27FC236}">
                <a16:creationId xmlns:a16="http://schemas.microsoft.com/office/drawing/2014/main" id="{47D1BF6C-5F09-4F64-A9AC-A5B1F1AC9DC5}"/>
              </a:ext>
            </a:extLst>
          </p:cNvPr>
          <p:cNvSpPr txBox="1"/>
          <p:nvPr userDrawn="1"/>
        </p:nvSpPr>
        <p:spPr>
          <a:xfrm>
            <a:off x="6242050" y="6166800"/>
            <a:ext cx="5949950" cy="360000"/>
          </a:xfrm>
          <a:prstGeom prst="rect">
            <a:avLst/>
          </a:prstGeom>
          <a:noFill/>
        </p:spPr>
        <p:txBody>
          <a:bodyPr wrap="square" lIns="0" tIns="0" rIns="835200" bIns="36000" rtlCol="0" anchor="b">
            <a:noAutofit/>
          </a:bodyPr>
          <a:lstStyle/>
          <a:p>
            <a:pPr algn="r"/>
            <a:r>
              <a:rPr lang="en-US" sz="1000" b="0" noProof="0" dirty="0"/>
              <a:t>Author | Department</a:t>
            </a:r>
          </a:p>
        </p:txBody>
      </p:sp>
      <p:sp>
        <p:nvSpPr>
          <p:cNvPr id="14" name="Copyright">
            <a:extLst>
              <a:ext uri="{FF2B5EF4-FFF2-40B4-BE49-F238E27FC236}">
                <a16:creationId xmlns:a16="http://schemas.microsoft.com/office/drawing/2014/main" id="{C256CC5F-2E32-487E-8F3C-5F626C2236B3}"/>
              </a:ext>
            </a:extLst>
          </p:cNvPr>
          <p:cNvSpPr txBox="1"/>
          <p:nvPr userDrawn="1"/>
        </p:nvSpPr>
        <p:spPr>
          <a:xfrm>
            <a:off x="6242050" y="6526800"/>
            <a:ext cx="5949950" cy="331200"/>
          </a:xfrm>
          <a:prstGeom prst="rect">
            <a:avLst/>
          </a:prstGeom>
          <a:noFill/>
        </p:spPr>
        <p:txBody>
          <a:bodyPr wrap="square" lIns="626400" tIns="0" rIns="482400" bIns="0" rtlCol="0" anchor="t">
            <a:noAutofit/>
          </a:bodyPr>
          <a:lstStyle/>
          <a:p>
            <a:pPr algn="r"/>
            <a:r>
              <a:rPr lang="en-US" sz="1000" b="0" noProof="0" dirty="0"/>
              <a:t>Restricted © Siemens Energy, 2020</a:t>
            </a:r>
          </a:p>
        </p:txBody>
      </p:sp>
      <p:sp>
        <p:nvSpPr>
          <p:cNvPr id="16" name="Page">
            <a:extLst>
              <a:ext uri="{FF2B5EF4-FFF2-40B4-BE49-F238E27FC236}">
                <a16:creationId xmlns:a16="http://schemas.microsoft.com/office/drawing/2014/main" id="{ADCE6DE1-D72A-4960-AD36-50AAB9FC6372}"/>
              </a:ext>
            </a:extLst>
          </p:cNvPr>
          <p:cNvSpPr txBox="1"/>
          <p:nvPr userDrawn="1"/>
        </p:nvSpPr>
        <p:spPr>
          <a:xfrm>
            <a:off x="11364000" y="6166800"/>
            <a:ext cx="828000" cy="360000"/>
          </a:xfrm>
          <a:prstGeom prst="rect">
            <a:avLst/>
          </a:prstGeom>
          <a:noFill/>
        </p:spPr>
        <p:txBody>
          <a:bodyPr wrap="square" lIns="0" tIns="0" rIns="482400" bIns="36000" rtlCol="0" anchor="b">
            <a:noAutofit/>
          </a:bodyPr>
          <a:lstStyle/>
          <a:p>
            <a:pPr algn="r"/>
            <a:fld id="{6F7EFBA6-8CEB-40F4-B709-F27F7004ACFC}" type="slidenum">
              <a:rPr lang="en-US" sz="1000" b="1" noProof="0" smtClean="0"/>
              <a:t>‹#›</a:t>
            </a:fld>
            <a:endParaRPr lang="en-US" sz="1000" b="1" noProof="0" dirty="0"/>
          </a:p>
        </p:txBody>
      </p:sp>
      <p:sp>
        <p:nvSpPr>
          <p:cNvPr id="10" name="Date">
            <a:extLst>
              <a:ext uri="{FF2B5EF4-FFF2-40B4-BE49-F238E27FC236}">
                <a16:creationId xmlns:a16="http://schemas.microsoft.com/office/drawing/2014/main" id="{00B4D258-65B1-4091-875A-AE678469BF41}"/>
              </a:ext>
            </a:extLst>
          </p:cNvPr>
          <p:cNvSpPr txBox="1"/>
          <p:nvPr userDrawn="1"/>
        </p:nvSpPr>
        <p:spPr>
          <a:xfrm>
            <a:off x="-1" y="6526800"/>
            <a:ext cx="1692000" cy="331200"/>
          </a:xfrm>
          <a:prstGeom prst="rect">
            <a:avLst/>
          </a:prstGeom>
          <a:noFill/>
        </p:spPr>
        <p:txBody>
          <a:bodyPr wrap="square" lIns="626400" tIns="0" rIns="0" bIns="0" rtlCol="0" anchor="t">
            <a:noAutofit/>
          </a:bodyPr>
          <a:lstStyle/>
          <a:p>
            <a:pPr algn="l"/>
            <a:r>
              <a:rPr lang="en-US" sz="1000" b="0" noProof="0" dirty="0"/>
              <a:t>YYYY-MM-DD</a:t>
            </a:r>
          </a:p>
        </p:txBody>
      </p:sp>
    </p:spTree>
    <p:extLst>
      <p:ext uri="{BB962C8B-B14F-4D97-AF65-F5344CB8AC3E}">
        <p14:creationId xmlns:p14="http://schemas.microsoft.com/office/powerpoint/2010/main" val="174510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None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95">
          <p15:clr>
            <a:srgbClr val="009999"/>
          </p15:clr>
        </p15:guide>
        <p15:guide id="2" pos="2662">
          <p15:clr>
            <a:srgbClr val="009999"/>
          </p15:clr>
        </p15:guide>
        <p15:guide id="3" pos="3842">
          <p15:clr>
            <a:srgbClr val="009999"/>
          </p15:clr>
        </p15:guide>
        <p15:guide id="4" pos="3932">
          <p15:clr>
            <a:srgbClr val="009999"/>
          </p15:clr>
        </p15:guide>
        <p15:guide id="5" pos="5565">
          <p15:clr>
            <a:srgbClr val="009999"/>
          </p15:clr>
        </p15:guide>
        <p15:guide id="6" pos="6087">
          <p15:clr>
            <a:srgbClr val="009999"/>
          </p15:clr>
        </p15:guide>
        <p15:guide id="7" pos="7379">
          <p15:clr>
            <a:srgbClr val="009999"/>
          </p15:clr>
        </p15:guide>
        <p15:guide id="9" orient="horz" pos="891">
          <p15:clr>
            <a:srgbClr val="009999"/>
          </p15:clr>
        </p15:guide>
        <p15:guide id="10" orient="horz" pos="1073">
          <p15:clr>
            <a:srgbClr val="009999"/>
          </p15:clr>
        </p15:guide>
        <p15:guide id="11" orient="horz" pos="2343">
          <p15:clr>
            <a:srgbClr val="009999"/>
          </p15:clr>
        </p15:guide>
        <p15:guide id="12" orient="horz" pos="2433">
          <p15:clr>
            <a:srgbClr val="009999"/>
          </p15:clr>
        </p15:guide>
        <p15:guide id="13" orient="horz" pos="3703">
          <p15:clr>
            <a:srgbClr val="009999"/>
          </p15:clr>
        </p15:guide>
        <p15:guide id="14" orient="horz" pos="3885">
          <p15:clr>
            <a:srgbClr val="009999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04FE38D-2C11-49D6-A905-006D773DE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Siemens Energy color palette</a:t>
            </a:r>
          </a:p>
        </p:txBody>
      </p:sp>
      <p:sp>
        <p:nvSpPr>
          <p:cNvPr id="24" name="Primary colors">
            <a:extLst>
              <a:ext uri="{FF2B5EF4-FFF2-40B4-BE49-F238E27FC236}">
                <a16:creationId xmlns:a16="http://schemas.microsoft.com/office/drawing/2014/main" id="{30423DAB-494D-46B4-AEB7-5F5B708B6CD1}"/>
              </a:ext>
            </a:extLst>
          </p:cNvPr>
          <p:cNvSpPr txBox="1"/>
          <p:nvPr/>
        </p:nvSpPr>
        <p:spPr>
          <a:xfrm>
            <a:off x="627063" y="1414800"/>
            <a:ext cx="3600000" cy="29250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Primary colors | RGB values</a:t>
            </a:r>
          </a:p>
        </p:txBody>
      </p:sp>
      <p:sp>
        <p:nvSpPr>
          <p:cNvPr id="20" name="SE Dark Purple Info">
            <a:extLst>
              <a:ext uri="{FF2B5EF4-FFF2-40B4-BE49-F238E27FC236}">
                <a16:creationId xmlns:a16="http://schemas.microsoft.com/office/drawing/2014/main" id="{7B50B26E-E817-404F-9DD6-372BE869DA96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627063" y="2004916"/>
            <a:ext cx="2340000" cy="216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3600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 Dark Purple</a:t>
            </a:r>
          </a:p>
        </p:txBody>
      </p:sp>
      <p:sp>
        <p:nvSpPr>
          <p:cNvPr id="17" name="SE Dark Purple">
            <a:extLst>
              <a:ext uri="{FF2B5EF4-FFF2-40B4-BE49-F238E27FC236}">
                <a16:creationId xmlns:a16="http://schemas.microsoft.com/office/drawing/2014/main" id="{D84129B8-DEAE-44D3-8EBA-9A30407EF2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063" y="2220916"/>
            <a:ext cx="2340000" cy="540000"/>
          </a:xfrm>
          <a:prstGeom prst="rect">
            <a:avLst/>
          </a:prstGeom>
          <a:solidFill>
            <a:schemeClr val="tx1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54000" tIns="36000" rIns="54000" bIns="360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27 21 52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SE Medium Purple Info">
            <a:extLst>
              <a:ext uri="{FF2B5EF4-FFF2-40B4-BE49-F238E27FC236}">
                <a16:creationId xmlns:a16="http://schemas.microsoft.com/office/drawing/2014/main" id="{39BA9FCE-F388-4DA5-997A-06FED47F2D0E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627063" y="2859916"/>
            <a:ext cx="2340000" cy="216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3600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 Medium Purple</a:t>
            </a:r>
          </a:p>
        </p:txBody>
      </p:sp>
      <p:sp>
        <p:nvSpPr>
          <p:cNvPr id="18" name="SE Medium Purple">
            <a:extLst>
              <a:ext uri="{FF2B5EF4-FFF2-40B4-BE49-F238E27FC236}">
                <a16:creationId xmlns:a16="http://schemas.microsoft.com/office/drawing/2014/main" id="{4C01EE79-95BC-490E-82F8-7FA2881580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063" y="3073525"/>
            <a:ext cx="2340000" cy="540000"/>
          </a:xfrm>
          <a:prstGeom prst="rect">
            <a:avLst/>
          </a:prstGeom>
          <a:solidFill>
            <a:schemeClr val="accent2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54000" tIns="36000" rIns="54000" bIns="360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77 33 122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0" name="SE Bright Purple Info">
            <a:extLst>
              <a:ext uri="{FF2B5EF4-FFF2-40B4-BE49-F238E27FC236}">
                <a16:creationId xmlns:a16="http://schemas.microsoft.com/office/drawing/2014/main" id="{D16621DF-09CC-4031-B025-30F09486524A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627063" y="3714916"/>
            <a:ext cx="2340000" cy="216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3600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 Bright Purple</a:t>
            </a:r>
          </a:p>
        </p:txBody>
      </p:sp>
      <p:sp>
        <p:nvSpPr>
          <p:cNvPr id="19" name="SE Bright Purple">
            <a:extLst>
              <a:ext uri="{FF2B5EF4-FFF2-40B4-BE49-F238E27FC236}">
                <a16:creationId xmlns:a16="http://schemas.microsoft.com/office/drawing/2014/main" id="{63A0174A-5267-44F0-8611-EFA9E2BF1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063" y="3926134"/>
            <a:ext cx="2340000" cy="540000"/>
          </a:xfrm>
          <a:prstGeom prst="rect">
            <a:avLst/>
          </a:prstGeom>
          <a:solidFill>
            <a:schemeClr val="accent3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54000" tIns="36000" rIns="54000" bIns="360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138 0 229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" name="Siemens Petrol Info">
            <a:extLst>
              <a:ext uri="{FF2B5EF4-FFF2-40B4-BE49-F238E27FC236}">
                <a16:creationId xmlns:a16="http://schemas.microsoft.com/office/drawing/2014/main" id="{A4623E20-9780-4A25-8669-BA3CDDC07576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627063" y="4569916"/>
            <a:ext cx="2340000" cy="216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3600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Siemens Petrol</a:t>
            </a:r>
          </a:p>
        </p:txBody>
      </p:sp>
      <p:sp>
        <p:nvSpPr>
          <p:cNvPr id="50" name="Siemens Petrol">
            <a:extLst>
              <a:ext uri="{FF2B5EF4-FFF2-40B4-BE49-F238E27FC236}">
                <a16:creationId xmlns:a16="http://schemas.microsoft.com/office/drawing/2014/main" id="{9A04F6AD-6E20-4D25-9EEE-6C86BFBC8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964" y="4776354"/>
            <a:ext cx="2340000" cy="540000"/>
          </a:xfrm>
          <a:prstGeom prst="rect">
            <a:avLst/>
          </a:prstGeom>
          <a:solidFill>
            <a:schemeClr val="accent4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54000" tIns="36000" rIns="54000" bIns="360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0 153 153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Secondary colors">
            <a:extLst>
              <a:ext uri="{FF2B5EF4-FFF2-40B4-BE49-F238E27FC236}">
                <a16:creationId xmlns:a16="http://schemas.microsoft.com/office/drawing/2014/main" id="{C4DEEFE9-1B08-4243-8B6A-BB78E2F2D77E}"/>
              </a:ext>
            </a:extLst>
          </p:cNvPr>
          <p:cNvSpPr txBox="1"/>
          <p:nvPr/>
        </p:nvSpPr>
        <p:spPr>
          <a:xfrm>
            <a:off x="5630163" y="1414800"/>
            <a:ext cx="4029776" cy="29250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Secondary colors | RGB values</a:t>
            </a:r>
          </a:p>
        </p:txBody>
      </p:sp>
      <p:sp>
        <p:nvSpPr>
          <p:cNvPr id="43" name="SE Brown Info">
            <a:extLst>
              <a:ext uri="{FF2B5EF4-FFF2-40B4-BE49-F238E27FC236}">
                <a16:creationId xmlns:a16="http://schemas.microsoft.com/office/drawing/2014/main" id="{67FC1617-6507-44E2-9D8F-94F8772253C2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5630163" y="2004916"/>
            <a:ext cx="1764000" cy="216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3600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 Brown</a:t>
            </a:r>
          </a:p>
        </p:txBody>
      </p:sp>
      <p:sp>
        <p:nvSpPr>
          <p:cNvPr id="52" name="SE Brown 1">
            <a:extLst>
              <a:ext uri="{FF2B5EF4-FFF2-40B4-BE49-F238E27FC236}">
                <a16:creationId xmlns:a16="http://schemas.microsoft.com/office/drawing/2014/main" id="{60667F42-2D0E-4943-A73A-C367140CFD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0163" y="2220916"/>
            <a:ext cx="828000" cy="828000"/>
          </a:xfrm>
          <a:prstGeom prst="rect">
            <a:avLst/>
          </a:prstGeom>
          <a:solidFill>
            <a:srgbClr val="CFC0BE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54000" tIns="36000" rIns="54000" bIns="3600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1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207 192 190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B15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3" name="SE Brown 2">
            <a:extLst>
              <a:ext uri="{FF2B5EF4-FFF2-40B4-BE49-F238E27FC236}">
                <a16:creationId xmlns:a16="http://schemas.microsoft.com/office/drawing/2014/main" id="{DA4A2026-92A0-4B45-B48C-9BB57B0A0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0163" y="3157579"/>
            <a:ext cx="828000" cy="828000"/>
          </a:xfrm>
          <a:prstGeom prst="rect">
            <a:avLst/>
          </a:prstGeom>
          <a:solidFill>
            <a:srgbClr val="AF9E9C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54000" tIns="36000" rIns="54000" bIns="3600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175 158 156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4" name="SE Brown 3">
            <a:extLst>
              <a:ext uri="{FF2B5EF4-FFF2-40B4-BE49-F238E27FC236}">
                <a16:creationId xmlns:a16="http://schemas.microsoft.com/office/drawing/2014/main" id="{3BAF7E63-63C4-4F76-BBD9-702A8D6764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6163" y="2220916"/>
            <a:ext cx="828000" cy="828000"/>
          </a:xfrm>
          <a:prstGeom prst="rect">
            <a:avLst/>
          </a:prstGeom>
          <a:solidFill>
            <a:srgbClr val="8F7C7A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54000" tIns="36000" rIns="54000" bIns="3600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143 124 122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1" name="SE Brown 4">
            <a:extLst>
              <a:ext uri="{FF2B5EF4-FFF2-40B4-BE49-F238E27FC236}">
                <a16:creationId xmlns:a16="http://schemas.microsoft.com/office/drawing/2014/main" id="{706F8C16-9BE8-473F-9B9D-BF12D162E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6163" y="3157579"/>
            <a:ext cx="828000" cy="828000"/>
          </a:xfrm>
          <a:prstGeom prst="rect">
            <a:avLst/>
          </a:prstGeom>
          <a:solidFill>
            <a:srgbClr val="7D6766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54000" tIns="36000" rIns="54000" bIns="3600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125 103 102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SE Gray Info">
            <a:extLst>
              <a:ext uri="{FF2B5EF4-FFF2-40B4-BE49-F238E27FC236}">
                <a16:creationId xmlns:a16="http://schemas.microsoft.com/office/drawing/2014/main" id="{0BA32F89-132C-405D-B4C4-1C4E1F9E11E0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7789275" y="2004916"/>
            <a:ext cx="1764000" cy="216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3600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 Gray</a:t>
            </a:r>
          </a:p>
        </p:txBody>
      </p:sp>
      <p:sp>
        <p:nvSpPr>
          <p:cNvPr id="56" name="SE Gray 1">
            <a:extLst>
              <a:ext uri="{FF2B5EF4-FFF2-40B4-BE49-F238E27FC236}">
                <a16:creationId xmlns:a16="http://schemas.microsoft.com/office/drawing/2014/main" id="{1A990888-2DCB-40D4-B11D-4B870BACFB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9275" y="2215473"/>
            <a:ext cx="828000" cy="828000"/>
          </a:xfrm>
          <a:prstGeom prst="rect">
            <a:avLst/>
          </a:prstGeom>
          <a:solidFill>
            <a:srgbClr val="D7E4EE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54000" tIns="36000" rIns="54000" bIns="3600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1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215 228 238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B15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7" name="SE Gray 2">
            <a:extLst>
              <a:ext uri="{FF2B5EF4-FFF2-40B4-BE49-F238E27FC236}">
                <a16:creationId xmlns:a16="http://schemas.microsoft.com/office/drawing/2014/main" id="{3964BC97-0865-45EB-B80A-FA001ED6A1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9275" y="3152136"/>
            <a:ext cx="828000" cy="828000"/>
          </a:xfrm>
          <a:prstGeom prst="rect">
            <a:avLst/>
          </a:prstGeom>
          <a:solidFill>
            <a:srgbClr val="B8CEDB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54000" tIns="36000" rIns="54000" bIns="3600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184 206 219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8" name="SE Gray 3">
            <a:extLst>
              <a:ext uri="{FF2B5EF4-FFF2-40B4-BE49-F238E27FC236}">
                <a16:creationId xmlns:a16="http://schemas.microsoft.com/office/drawing/2014/main" id="{580326C7-556A-4A56-80EF-B638DC473F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5275" y="2215473"/>
            <a:ext cx="828000" cy="828000"/>
          </a:xfrm>
          <a:prstGeom prst="rect">
            <a:avLst/>
          </a:prstGeom>
          <a:solidFill>
            <a:srgbClr val="96B0C0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54000" tIns="36000" rIns="54000" bIns="3600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150 176 192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SE Gray 4">
            <a:extLst>
              <a:ext uri="{FF2B5EF4-FFF2-40B4-BE49-F238E27FC236}">
                <a16:creationId xmlns:a16="http://schemas.microsoft.com/office/drawing/2014/main" id="{159EC411-A883-47E5-8102-B406D31819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5275" y="3152136"/>
            <a:ext cx="828000" cy="828000"/>
          </a:xfrm>
          <a:prstGeom prst="rect">
            <a:avLst/>
          </a:prstGeom>
          <a:solidFill>
            <a:srgbClr val="7B919D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54000" tIns="36000" rIns="54000" bIns="3600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123 145 157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" name="SE Green Info">
            <a:extLst>
              <a:ext uri="{FF2B5EF4-FFF2-40B4-BE49-F238E27FC236}">
                <a16:creationId xmlns:a16="http://schemas.microsoft.com/office/drawing/2014/main" id="{A6C3EBC8-D101-4774-BF43-B45B770F4526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9945500" y="2004916"/>
            <a:ext cx="1764000" cy="216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3600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 Green</a:t>
            </a:r>
          </a:p>
        </p:txBody>
      </p:sp>
      <p:sp>
        <p:nvSpPr>
          <p:cNvPr id="59" name="SE Green 1">
            <a:extLst>
              <a:ext uri="{FF2B5EF4-FFF2-40B4-BE49-F238E27FC236}">
                <a16:creationId xmlns:a16="http://schemas.microsoft.com/office/drawing/2014/main" id="{1597F421-45E9-4B94-A0FB-B10D786E74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45500" y="2220916"/>
            <a:ext cx="828000" cy="828000"/>
          </a:xfrm>
          <a:prstGeom prst="rect">
            <a:avLst/>
          </a:prstGeom>
          <a:solidFill>
            <a:srgbClr val="00FD79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54000" tIns="36000" rIns="54000" bIns="3600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1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0 253 121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B15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2" name="SE Green 2">
            <a:extLst>
              <a:ext uri="{FF2B5EF4-FFF2-40B4-BE49-F238E27FC236}">
                <a16:creationId xmlns:a16="http://schemas.microsoft.com/office/drawing/2014/main" id="{16B552F7-E3AA-4B16-9E5E-9A81DB0FA7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45500" y="3157579"/>
            <a:ext cx="828000" cy="828000"/>
          </a:xfrm>
          <a:prstGeom prst="rect">
            <a:avLst/>
          </a:prstGeom>
          <a:solidFill>
            <a:srgbClr val="14DA79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54000" tIns="36000" rIns="54000" bIns="3600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20 218 121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5" name="SE Green 3">
            <a:extLst>
              <a:ext uri="{FF2B5EF4-FFF2-40B4-BE49-F238E27FC236}">
                <a16:creationId xmlns:a16="http://schemas.microsoft.com/office/drawing/2014/main" id="{A8F6EE4A-2424-4D97-B10E-5170DFCC2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86163" y="2220916"/>
            <a:ext cx="828000" cy="828000"/>
          </a:xfrm>
          <a:prstGeom prst="rect">
            <a:avLst/>
          </a:prstGeom>
          <a:solidFill>
            <a:srgbClr val="27B66D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54000" tIns="36000" rIns="54000" bIns="3600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39 182 109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" name="SE Green 4">
            <a:extLst>
              <a:ext uri="{FF2B5EF4-FFF2-40B4-BE49-F238E27FC236}">
                <a16:creationId xmlns:a16="http://schemas.microsoft.com/office/drawing/2014/main" id="{BCE44305-D175-4F59-BCE4-0DBCDD4F20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86163" y="3157579"/>
            <a:ext cx="828000" cy="828000"/>
          </a:xfrm>
          <a:prstGeom prst="rect">
            <a:avLst/>
          </a:prstGeom>
          <a:solidFill>
            <a:srgbClr val="009B55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54000" tIns="36000" rIns="54000" bIns="3600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0 155 85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SE Yellow Info">
            <a:extLst>
              <a:ext uri="{FF2B5EF4-FFF2-40B4-BE49-F238E27FC236}">
                <a16:creationId xmlns:a16="http://schemas.microsoft.com/office/drawing/2014/main" id="{722E31E2-D903-4A46-8D42-725B3B9BEEDB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7790163" y="4190691"/>
            <a:ext cx="1764000" cy="216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3600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 Yellow</a:t>
            </a:r>
          </a:p>
        </p:txBody>
      </p:sp>
      <p:sp>
        <p:nvSpPr>
          <p:cNvPr id="60" name="SE Yellow 1">
            <a:extLst>
              <a:ext uri="{FF2B5EF4-FFF2-40B4-BE49-F238E27FC236}">
                <a16:creationId xmlns:a16="http://schemas.microsoft.com/office/drawing/2014/main" id="{6B93469B-DC7A-4817-A1DE-CD6677C1AF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0163" y="4406691"/>
            <a:ext cx="828000" cy="828000"/>
          </a:xfrm>
          <a:prstGeom prst="rect">
            <a:avLst/>
          </a:prstGeom>
          <a:solidFill>
            <a:srgbClr val="FFF91F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54000" tIns="36000" rIns="54000" bIns="3600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1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255 249 31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B15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3" name="SE Yellow 2">
            <a:extLst>
              <a:ext uri="{FF2B5EF4-FFF2-40B4-BE49-F238E27FC236}">
                <a16:creationId xmlns:a16="http://schemas.microsoft.com/office/drawing/2014/main" id="{29CB61EF-5493-453F-B4FF-97F7BC150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0163" y="5343354"/>
            <a:ext cx="828000" cy="828000"/>
          </a:xfrm>
          <a:prstGeom prst="rect">
            <a:avLst/>
          </a:prstGeom>
          <a:solidFill>
            <a:srgbClr val="F6E600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54000" tIns="36000" rIns="54000" bIns="3600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1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246 230 0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B15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6" name="SE Yellow 3">
            <a:extLst>
              <a:ext uri="{FF2B5EF4-FFF2-40B4-BE49-F238E27FC236}">
                <a16:creationId xmlns:a16="http://schemas.microsoft.com/office/drawing/2014/main" id="{C54FCC1D-A020-48F2-BDC9-F52B5F17C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6163" y="4406691"/>
            <a:ext cx="828000" cy="828000"/>
          </a:xfrm>
          <a:prstGeom prst="rect">
            <a:avLst/>
          </a:prstGeom>
          <a:solidFill>
            <a:srgbClr val="E2D000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54000" tIns="36000" rIns="54000" bIns="3600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1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226 208 0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B15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9" name="SE Yellow 4">
            <a:extLst>
              <a:ext uri="{FF2B5EF4-FFF2-40B4-BE49-F238E27FC236}">
                <a16:creationId xmlns:a16="http://schemas.microsoft.com/office/drawing/2014/main" id="{9A289EB3-C0AB-429E-9591-66F5CB88A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6163" y="5343354"/>
            <a:ext cx="828000" cy="828000"/>
          </a:xfrm>
          <a:prstGeom prst="rect">
            <a:avLst/>
          </a:prstGeom>
          <a:solidFill>
            <a:srgbClr val="C6AE00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54000" tIns="36000" rIns="54000" bIns="3600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1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198 174 0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B15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7" name="SE Blue Info">
            <a:extLst>
              <a:ext uri="{FF2B5EF4-FFF2-40B4-BE49-F238E27FC236}">
                <a16:creationId xmlns:a16="http://schemas.microsoft.com/office/drawing/2014/main" id="{C22B1619-6D56-432F-A129-028040F9BB29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5630163" y="4196134"/>
            <a:ext cx="1764000" cy="216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3600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 Blue</a:t>
            </a:r>
          </a:p>
        </p:txBody>
      </p:sp>
      <p:sp>
        <p:nvSpPr>
          <p:cNvPr id="61" name="SE Blue 1">
            <a:extLst>
              <a:ext uri="{FF2B5EF4-FFF2-40B4-BE49-F238E27FC236}">
                <a16:creationId xmlns:a16="http://schemas.microsoft.com/office/drawing/2014/main" id="{B7CDCD30-7F97-4724-8392-C7CCC9707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0163" y="4406691"/>
            <a:ext cx="828000" cy="828000"/>
          </a:xfrm>
          <a:prstGeom prst="rect">
            <a:avLst/>
          </a:prstGeom>
          <a:solidFill>
            <a:srgbClr val="6ADDFF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54000" tIns="36000" rIns="54000" bIns="3600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1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106 221 255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B15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4" name="SE Blue 2">
            <a:extLst>
              <a:ext uri="{FF2B5EF4-FFF2-40B4-BE49-F238E27FC236}">
                <a16:creationId xmlns:a16="http://schemas.microsoft.com/office/drawing/2014/main" id="{F7779EAD-564E-4780-8C99-6824F9C455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0163" y="5343354"/>
            <a:ext cx="828000" cy="828000"/>
          </a:xfrm>
          <a:prstGeom prst="rect">
            <a:avLst/>
          </a:prstGeom>
          <a:solidFill>
            <a:srgbClr val="21C0FF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54000" tIns="36000" rIns="54000" bIns="3600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33 192 255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7" name="SE Blue 3">
            <a:extLst>
              <a:ext uri="{FF2B5EF4-FFF2-40B4-BE49-F238E27FC236}">
                <a16:creationId xmlns:a16="http://schemas.microsoft.com/office/drawing/2014/main" id="{421B4649-BD02-40C2-9F11-60CC916666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0826" y="4406691"/>
            <a:ext cx="828000" cy="828000"/>
          </a:xfrm>
          <a:prstGeom prst="rect">
            <a:avLst/>
          </a:prstGeom>
          <a:solidFill>
            <a:srgbClr val="0084E1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54000" tIns="36000" rIns="54000" bIns="3600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0 132 225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5" name="SE Blue 4">
            <a:extLst>
              <a:ext uri="{FF2B5EF4-FFF2-40B4-BE49-F238E27FC236}">
                <a16:creationId xmlns:a16="http://schemas.microsoft.com/office/drawing/2014/main" id="{93235C91-8037-43C3-AEFE-507B57275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0826" y="5343354"/>
            <a:ext cx="828000" cy="828000"/>
          </a:xfrm>
          <a:prstGeom prst="rect">
            <a:avLst/>
          </a:prstGeom>
          <a:solidFill>
            <a:srgbClr val="0057C6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54000" tIns="36000" rIns="54000" bIns="3600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0 87 198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9240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915"/>
            <a:ext cx="9659938" cy="1414800"/>
          </a:xfrm>
        </p:spPr>
        <p:txBody>
          <a:bodyPr/>
          <a:lstStyle/>
          <a:p>
            <a:r>
              <a:rPr lang="en-US" noProof="0" dirty="0"/>
              <a:t>PowerPoint editable symbols</a:t>
            </a:r>
          </a:p>
        </p:txBody>
      </p:sp>
      <p:sp>
        <p:nvSpPr>
          <p:cNvPr id="3" name="Rechteck 16"/>
          <p:cNvSpPr>
            <a:spLocks noChangeAspect="1"/>
          </p:cNvSpPr>
          <p:nvPr/>
        </p:nvSpPr>
        <p:spPr bwMode="auto">
          <a:xfrm>
            <a:off x="626241" y="2168096"/>
            <a:ext cx="287850" cy="2878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</a:p>
        </p:txBody>
      </p:sp>
      <p:sp>
        <p:nvSpPr>
          <p:cNvPr id="4" name="Rechteck 17"/>
          <p:cNvSpPr>
            <a:spLocks noChangeAspect="1"/>
          </p:cNvSpPr>
          <p:nvPr/>
        </p:nvSpPr>
        <p:spPr bwMode="auto">
          <a:xfrm>
            <a:off x="962103" y="2168096"/>
            <a:ext cx="287850" cy="2878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5" name="Rechteck 18"/>
          <p:cNvSpPr>
            <a:spLocks noChangeAspect="1"/>
          </p:cNvSpPr>
          <p:nvPr/>
        </p:nvSpPr>
        <p:spPr bwMode="auto">
          <a:xfrm>
            <a:off x="1297965" y="2168096"/>
            <a:ext cx="287850" cy="2878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</a:t>
            </a:r>
          </a:p>
        </p:txBody>
      </p:sp>
      <p:sp>
        <p:nvSpPr>
          <p:cNvPr id="6" name="Rechteck 19"/>
          <p:cNvSpPr>
            <a:spLocks noChangeAspect="1"/>
          </p:cNvSpPr>
          <p:nvPr/>
        </p:nvSpPr>
        <p:spPr bwMode="auto">
          <a:xfrm>
            <a:off x="1633827" y="2168096"/>
            <a:ext cx="287850" cy="2878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</a:t>
            </a:r>
          </a:p>
        </p:txBody>
      </p:sp>
      <p:sp>
        <p:nvSpPr>
          <p:cNvPr id="7" name="Rechteck 20"/>
          <p:cNvSpPr>
            <a:spLocks noChangeAspect="1"/>
          </p:cNvSpPr>
          <p:nvPr/>
        </p:nvSpPr>
        <p:spPr bwMode="auto">
          <a:xfrm>
            <a:off x="1969689" y="2168096"/>
            <a:ext cx="287850" cy="2878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</a:t>
            </a:r>
          </a:p>
        </p:txBody>
      </p:sp>
      <p:sp>
        <p:nvSpPr>
          <p:cNvPr id="8" name="Rechteck 21"/>
          <p:cNvSpPr>
            <a:spLocks noChangeAspect="1"/>
          </p:cNvSpPr>
          <p:nvPr/>
        </p:nvSpPr>
        <p:spPr bwMode="auto">
          <a:xfrm>
            <a:off x="2305551" y="2168096"/>
            <a:ext cx="287850" cy="2878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6</a:t>
            </a:r>
          </a:p>
        </p:txBody>
      </p:sp>
      <p:sp>
        <p:nvSpPr>
          <p:cNvPr id="9" name="Rechteck 22"/>
          <p:cNvSpPr>
            <a:spLocks noChangeAspect="1"/>
          </p:cNvSpPr>
          <p:nvPr/>
        </p:nvSpPr>
        <p:spPr bwMode="auto">
          <a:xfrm>
            <a:off x="2641413" y="2168096"/>
            <a:ext cx="287850" cy="2878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7</a:t>
            </a:r>
          </a:p>
        </p:txBody>
      </p:sp>
      <p:sp>
        <p:nvSpPr>
          <p:cNvPr id="10" name="Rechteck 23"/>
          <p:cNvSpPr>
            <a:spLocks noChangeAspect="1"/>
          </p:cNvSpPr>
          <p:nvPr/>
        </p:nvSpPr>
        <p:spPr bwMode="auto">
          <a:xfrm>
            <a:off x="2977275" y="2168096"/>
            <a:ext cx="287850" cy="2878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8</a:t>
            </a:r>
          </a:p>
        </p:txBody>
      </p:sp>
      <p:sp>
        <p:nvSpPr>
          <p:cNvPr id="11" name="Rechteck 24"/>
          <p:cNvSpPr>
            <a:spLocks noChangeAspect="1"/>
          </p:cNvSpPr>
          <p:nvPr/>
        </p:nvSpPr>
        <p:spPr bwMode="auto">
          <a:xfrm>
            <a:off x="3313137" y="2168096"/>
            <a:ext cx="287850" cy="2878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</a:t>
            </a:r>
          </a:p>
        </p:txBody>
      </p:sp>
      <p:sp>
        <p:nvSpPr>
          <p:cNvPr id="12" name="Rechteck 25"/>
          <p:cNvSpPr>
            <a:spLocks noChangeAspect="1"/>
          </p:cNvSpPr>
          <p:nvPr/>
        </p:nvSpPr>
        <p:spPr bwMode="auto">
          <a:xfrm>
            <a:off x="3649003" y="2168096"/>
            <a:ext cx="287850" cy="2878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</a:t>
            </a:r>
          </a:p>
        </p:txBody>
      </p:sp>
      <p:sp>
        <p:nvSpPr>
          <p:cNvPr id="13" name="Rechteck 16"/>
          <p:cNvSpPr>
            <a:spLocks noChangeAspect="1"/>
          </p:cNvSpPr>
          <p:nvPr/>
        </p:nvSpPr>
        <p:spPr bwMode="auto">
          <a:xfrm>
            <a:off x="626241" y="2569439"/>
            <a:ext cx="287850" cy="28785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</a:p>
        </p:txBody>
      </p:sp>
      <p:sp>
        <p:nvSpPr>
          <p:cNvPr id="14" name="Rechteck 17"/>
          <p:cNvSpPr>
            <a:spLocks noChangeAspect="1"/>
          </p:cNvSpPr>
          <p:nvPr/>
        </p:nvSpPr>
        <p:spPr bwMode="auto">
          <a:xfrm>
            <a:off x="962103" y="2569439"/>
            <a:ext cx="287850" cy="28785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15" name="Rechteck 18"/>
          <p:cNvSpPr>
            <a:spLocks noChangeAspect="1"/>
          </p:cNvSpPr>
          <p:nvPr/>
        </p:nvSpPr>
        <p:spPr bwMode="auto">
          <a:xfrm>
            <a:off x="1297965" y="2569439"/>
            <a:ext cx="287850" cy="28785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</a:t>
            </a:r>
          </a:p>
        </p:txBody>
      </p:sp>
      <p:sp>
        <p:nvSpPr>
          <p:cNvPr id="16" name="Rechteck 19"/>
          <p:cNvSpPr>
            <a:spLocks noChangeAspect="1"/>
          </p:cNvSpPr>
          <p:nvPr/>
        </p:nvSpPr>
        <p:spPr bwMode="auto">
          <a:xfrm>
            <a:off x="1633827" y="2569439"/>
            <a:ext cx="287850" cy="28785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</a:t>
            </a:r>
          </a:p>
        </p:txBody>
      </p:sp>
      <p:sp>
        <p:nvSpPr>
          <p:cNvPr id="17" name="Rechteck 20"/>
          <p:cNvSpPr>
            <a:spLocks noChangeAspect="1"/>
          </p:cNvSpPr>
          <p:nvPr/>
        </p:nvSpPr>
        <p:spPr bwMode="auto">
          <a:xfrm>
            <a:off x="1969689" y="2569439"/>
            <a:ext cx="287850" cy="28785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</a:t>
            </a:r>
          </a:p>
        </p:txBody>
      </p:sp>
      <p:sp>
        <p:nvSpPr>
          <p:cNvPr id="18" name="Rechteck 21"/>
          <p:cNvSpPr>
            <a:spLocks noChangeAspect="1"/>
          </p:cNvSpPr>
          <p:nvPr/>
        </p:nvSpPr>
        <p:spPr bwMode="auto">
          <a:xfrm>
            <a:off x="2305551" y="2569439"/>
            <a:ext cx="287850" cy="28785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6</a:t>
            </a:r>
          </a:p>
        </p:txBody>
      </p:sp>
      <p:sp>
        <p:nvSpPr>
          <p:cNvPr id="19" name="Rechteck 22"/>
          <p:cNvSpPr>
            <a:spLocks noChangeAspect="1"/>
          </p:cNvSpPr>
          <p:nvPr/>
        </p:nvSpPr>
        <p:spPr bwMode="auto">
          <a:xfrm>
            <a:off x="2641413" y="2569439"/>
            <a:ext cx="287850" cy="28785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7</a:t>
            </a:r>
          </a:p>
        </p:txBody>
      </p:sp>
      <p:sp>
        <p:nvSpPr>
          <p:cNvPr id="20" name="Rechteck 23"/>
          <p:cNvSpPr>
            <a:spLocks noChangeAspect="1"/>
          </p:cNvSpPr>
          <p:nvPr/>
        </p:nvSpPr>
        <p:spPr bwMode="auto">
          <a:xfrm>
            <a:off x="2977275" y="2569439"/>
            <a:ext cx="287850" cy="28785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8</a:t>
            </a:r>
          </a:p>
        </p:txBody>
      </p:sp>
      <p:sp>
        <p:nvSpPr>
          <p:cNvPr id="21" name="Rechteck 24"/>
          <p:cNvSpPr>
            <a:spLocks noChangeAspect="1"/>
          </p:cNvSpPr>
          <p:nvPr/>
        </p:nvSpPr>
        <p:spPr bwMode="auto">
          <a:xfrm>
            <a:off x="3313137" y="2569439"/>
            <a:ext cx="287850" cy="28785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</a:t>
            </a:r>
          </a:p>
        </p:txBody>
      </p:sp>
      <p:sp>
        <p:nvSpPr>
          <p:cNvPr id="22" name="Rechteck 25"/>
          <p:cNvSpPr>
            <a:spLocks noChangeAspect="1"/>
          </p:cNvSpPr>
          <p:nvPr/>
        </p:nvSpPr>
        <p:spPr bwMode="auto">
          <a:xfrm>
            <a:off x="3649003" y="2569439"/>
            <a:ext cx="287850" cy="28785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</a:t>
            </a:r>
          </a:p>
        </p:txBody>
      </p:sp>
      <p:sp>
        <p:nvSpPr>
          <p:cNvPr id="23" name="Rechteck 16"/>
          <p:cNvSpPr>
            <a:spLocks noChangeAspect="1"/>
          </p:cNvSpPr>
          <p:nvPr/>
        </p:nvSpPr>
        <p:spPr bwMode="auto">
          <a:xfrm>
            <a:off x="626241" y="2969392"/>
            <a:ext cx="287850" cy="28785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</a:p>
        </p:txBody>
      </p:sp>
      <p:sp>
        <p:nvSpPr>
          <p:cNvPr id="24" name="Rechteck 17"/>
          <p:cNvSpPr>
            <a:spLocks noChangeAspect="1"/>
          </p:cNvSpPr>
          <p:nvPr/>
        </p:nvSpPr>
        <p:spPr bwMode="auto">
          <a:xfrm>
            <a:off x="962103" y="2969392"/>
            <a:ext cx="287850" cy="28785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25" name="Rechteck 18"/>
          <p:cNvSpPr>
            <a:spLocks noChangeAspect="1"/>
          </p:cNvSpPr>
          <p:nvPr/>
        </p:nvSpPr>
        <p:spPr bwMode="auto">
          <a:xfrm>
            <a:off x="1297965" y="2969392"/>
            <a:ext cx="287850" cy="28785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</a:t>
            </a:r>
          </a:p>
        </p:txBody>
      </p:sp>
      <p:sp>
        <p:nvSpPr>
          <p:cNvPr id="26" name="Rechteck 19"/>
          <p:cNvSpPr>
            <a:spLocks noChangeAspect="1"/>
          </p:cNvSpPr>
          <p:nvPr/>
        </p:nvSpPr>
        <p:spPr bwMode="auto">
          <a:xfrm>
            <a:off x="1633827" y="2969392"/>
            <a:ext cx="287850" cy="28785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</a:t>
            </a:r>
          </a:p>
        </p:txBody>
      </p:sp>
      <p:sp>
        <p:nvSpPr>
          <p:cNvPr id="27" name="Rechteck 20"/>
          <p:cNvSpPr>
            <a:spLocks noChangeAspect="1"/>
          </p:cNvSpPr>
          <p:nvPr/>
        </p:nvSpPr>
        <p:spPr bwMode="auto">
          <a:xfrm>
            <a:off x="1969689" y="2969392"/>
            <a:ext cx="287850" cy="28785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</a:t>
            </a:r>
          </a:p>
        </p:txBody>
      </p:sp>
      <p:sp>
        <p:nvSpPr>
          <p:cNvPr id="28" name="Rechteck 21"/>
          <p:cNvSpPr>
            <a:spLocks noChangeAspect="1"/>
          </p:cNvSpPr>
          <p:nvPr/>
        </p:nvSpPr>
        <p:spPr bwMode="auto">
          <a:xfrm>
            <a:off x="2305551" y="2969392"/>
            <a:ext cx="287850" cy="28785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6</a:t>
            </a:r>
          </a:p>
        </p:txBody>
      </p:sp>
      <p:sp>
        <p:nvSpPr>
          <p:cNvPr id="29" name="Rechteck 22"/>
          <p:cNvSpPr>
            <a:spLocks noChangeAspect="1"/>
          </p:cNvSpPr>
          <p:nvPr/>
        </p:nvSpPr>
        <p:spPr bwMode="auto">
          <a:xfrm>
            <a:off x="2641413" y="2969392"/>
            <a:ext cx="287850" cy="28785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7</a:t>
            </a:r>
          </a:p>
        </p:txBody>
      </p:sp>
      <p:sp>
        <p:nvSpPr>
          <p:cNvPr id="30" name="Rechteck 23"/>
          <p:cNvSpPr>
            <a:spLocks noChangeAspect="1"/>
          </p:cNvSpPr>
          <p:nvPr/>
        </p:nvSpPr>
        <p:spPr bwMode="auto">
          <a:xfrm>
            <a:off x="2977275" y="2969392"/>
            <a:ext cx="287850" cy="28785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8</a:t>
            </a:r>
          </a:p>
        </p:txBody>
      </p:sp>
      <p:sp>
        <p:nvSpPr>
          <p:cNvPr id="31" name="Rechteck 24"/>
          <p:cNvSpPr>
            <a:spLocks noChangeAspect="1"/>
          </p:cNvSpPr>
          <p:nvPr/>
        </p:nvSpPr>
        <p:spPr bwMode="auto">
          <a:xfrm>
            <a:off x="3313137" y="2969392"/>
            <a:ext cx="287850" cy="28785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</a:t>
            </a:r>
          </a:p>
        </p:txBody>
      </p:sp>
      <p:sp>
        <p:nvSpPr>
          <p:cNvPr id="32" name="Rechteck 25"/>
          <p:cNvSpPr>
            <a:spLocks noChangeAspect="1"/>
          </p:cNvSpPr>
          <p:nvPr/>
        </p:nvSpPr>
        <p:spPr bwMode="auto">
          <a:xfrm>
            <a:off x="3649003" y="2969392"/>
            <a:ext cx="287850" cy="28785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</a:t>
            </a:r>
          </a:p>
        </p:txBody>
      </p:sp>
      <p:sp>
        <p:nvSpPr>
          <p:cNvPr id="133" name="Rechteck 16"/>
          <p:cNvSpPr>
            <a:spLocks noChangeAspect="1"/>
          </p:cNvSpPr>
          <p:nvPr/>
        </p:nvSpPr>
        <p:spPr bwMode="auto">
          <a:xfrm>
            <a:off x="626241" y="1772009"/>
            <a:ext cx="287850" cy="28785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</a:p>
        </p:txBody>
      </p:sp>
      <p:sp>
        <p:nvSpPr>
          <p:cNvPr id="134" name="Rechteck 17"/>
          <p:cNvSpPr>
            <a:spLocks noChangeAspect="1"/>
          </p:cNvSpPr>
          <p:nvPr/>
        </p:nvSpPr>
        <p:spPr bwMode="auto">
          <a:xfrm>
            <a:off x="962103" y="1772009"/>
            <a:ext cx="287850" cy="28785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135" name="Rechteck 18"/>
          <p:cNvSpPr>
            <a:spLocks noChangeAspect="1"/>
          </p:cNvSpPr>
          <p:nvPr/>
        </p:nvSpPr>
        <p:spPr bwMode="auto">
          <a:xfrm>
            <a:off x="1297965" y="1772009"/>
            <a:ext cx="287850" cy="28785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</a:t>
            </a:r>
          </a:p>
        </p:txBody>
      </p:sp>
      <p:sp>
        <p:nvSpPr>
          <p:cNvPr id="136" name="Rechteck 19"/>
          <p:cNvSpPr>
            <a:spLocks noChangeAspect="1"/>
          </p:cNvSpPr>
          <p:nvPr/>
        </p:nvSpPr>
        <p:spPr bwMode="auto">
          <a:xfrm>
            <a:off x="1633827" y="1772009"/>
            <a:ext cx="287850" cy="28785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</a:t>
            </a:r>
          </a:p>
        </p:txBody>
      </p:sp>
      <p:sp>
        <p:nvSpPr>
          <p:cNvPr id="137" name="Rechteck 20"/>
          <p:cNvSpPr>
            <a:spLocks noChangeAspect="1"/>
          </p:cNvSpPr>
          <p:nvPr/>
        </p:nvSpPr>
        <p:spPr bwMode="auto">
          <a:xfrm>
            <a:off x="1969689" y="1772009"/>
            <a:ext cx="287850" cy="28785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</a:t>
            </a:r>
          </a:p>
        </p:txBody>
      </p:sp>
      <p:sp>
        <p:nvSpPr>
          <p:cNvPr id="138" name="Rechteck 21"/>
          <p:cNvSpPr>
            <a:spLocks noChangeAspect="1"/>
          </p:cNvSpPr>
          <p:nvPr/>
        </p:nvSpPr>
        <p:spPr bwMode="auto">
          <a:xfrm>
            <a:off x="2305551" y="1772009"/>
            <a:ext cx="287850" cy="28785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6</a:t>
            </a:r>
          </a:p>
        </p:txBody>
      </p:sp>
      <p:sp>
        <p:nvSpPr>
          <p:cNvPr id="139" name="Rechteck 22"/>
          <p:cNvSpPr>
            <a:spLocks noChangeAspect="1"/>
          </p:cNvSpPr>
          <p:nvPr/>
        </p:nvSpPr>
        <p:spPr bwMode="auto">
          <a:xfrm>
            <a:off x="2641413" y="1772009"/>
            <a:ext cx="287850" cy="28785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7</a:t>
            </a:r>
          </a:p>
        </p:txBody>
      </p:sp>
      <p:sp>
        <p:nvSpPr>
          <p:cNvPr id="140" name="Rechteck 23"/>
          <p:cNvSpPr>
            <a:spLocks noChangeAspect="1"/>
          </p:cNvSpPr>
          <p:nvPr/>
        </p:nvSpPr>
        <p:spPr bwMode="auto">
          <a:xfrm>
            <a:off x="2977275" y="1772009"/>
            <a:ext cx="287850" cy="28785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8</a:t>
            </a:r>
          </a:p>
        </p:txBody>
      </p:sp>
      <p:sp>
        <p:nvSpPr>
          <p:cNvPr id="141" name="Rechteck 24"/>
          <p:cNvSpPr>
            <a:spLocks noChangeAspect="1"/>
          </p:cNvSpPr>
          <p:nvPr/>
        </p:nvSpPr>
        <p:spPr bwMode="auto">
          <a:xfrm>
            <a:off x="3313137" y="1772009"/>
            <a:ext cx="287850" cy="28785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</a:t>
            </a:r>
          </a:p>
        </p:txBody>
      </p:sp>
      <p:sp>
        <p:nvSpPr>
          <p:cNvPr id="142" name="Rechteck 25"/>
          <p:cNvSpPr>
            <a:spLocks noChangeAspect="1"/>
          </p:cNvSpPr>
          <p:nvPr/>
        </p:nvSpPr>
        <p:spPr bwMode="auto">
          <a:xfrm>
            <a:off x="3649003" y="1772009"/>
            <a:ext cx="287850" cy="28785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</a:t>
            </a:r>
          </a:p>
        </p:txBody>
      </p:sp>
      <p:sp>
        <p:nvSpPr>
          <p:cNvPr id="143" name="Rectangle 5"/>
          <p:cNvSpPr>
            <a:spLocks noChangeArrowheads="1"/>
          </p:cNvSpPr>
          <p:nvPr/>
        </p:nvSpPr>
        <p:spPr bwMode="blackWhite">
          <a:xfrm>
            <a:off x="626241" y="1449811"/>
            <a:ext cx="3310612" cy="322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87468" algn="r"/>
                <a:tab pos="5380521" algn="r"/>
              </a:tabLst>
              <a:defRPr/>
            </a:pPr>
            <a:r>
              <a:rPr kumimoji="0" lang="en-US" sz="1199" b="1" i="0" u="none" strike="noStrike" kern="1200" cap="none" spc="0" normalizeH="0" baseline="0" noProof="0" dirty="0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Numbers – Primary colors</a:t>
            </a:r>
          </a:p>
        </p:txBody>
      </p:sp>
      <p:sp>
        <p:nvSpPr>
          <p:cNvPr id="145" name="Textfeld 146"/>
          <p:cNvSpPr txBox="1"/>
          <p:nvPr/>
        </p:nvSpPr>
        <p:spPr>
          <a:xfrm flipH="1">
            <a:off x="7902569" y="1742231"/>
            <a:ext cx="287850" cy="2878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79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½</a:t>
            </a:r>
            <a:endParaRPr kumimoji="0" lang="de-DE" sz="1199" b="0" i="0" u="none" strike="noStrike" kern="1200" cap="none" spc="0" normalizeH="0" baseline="0" noProof="0" dirty="0" err="1">
              <a:ln>
                <a:noFill/>
              </a:ln>
              <a:solidFill>
                <a:srgbClr val="1B15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182" name="Gruppieren 181">
            <a:extLst>
              <a:ext uri="{FF2B5EF4-FFF2-40B4-BE49-F238E27FC236}">
                <a16:creationId xmlns:a16="http://schemas.microsoft.com/office/drawing/2014/main" id="{6807D91F-25E4-2446-82DB-A1CA947FCE0E}"/>
              </a:ext>
            </a:extLst>
          </p:cNvPr>
          <p:cNvGrpSpPr/>
          <p:nvPr/>
        </p:nvGrpSpPr>
        <p:grpSpPr>
          <a:xfrm>
            <a:off x="7902569" y="1742230"/>
            <a:ext cx="3310654" cy="1151510"/>
            <a:chOff x="7700398" y="1742230"/>
            <a:chExt cx="3310654" cy="1151510"/>
          </a:xfrm>
        </p:grpSpPr>
        <p:sp>
          <p:nvSpPr>
            <p:cNvPr id="146" name="Textfeld 147"/>
            <p:cNvSpPr txBox="1"/>
            <p:nvPr/>
          </p:nvSpPr>
          <p:spPr>
            <a:xfrm flipH="1">
              <a:off x="8132227" y="1742230"/>
              <a:ext cx="287850" cy="28785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1799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⅓ </a:t>
              </a:r>
              <a:endParaRPr kumimoji="0" lang="de-DE" sz="1199" b="0" i="0" u="none" strike="noStrike" kern="1200" cap="none" spc="0" normalizeH="0" baseline="0" noProof="0" dirty="0" err="1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7" name="Textfeld 148"/>
            <p:cNvSpPr txBox="1"/>
            <p:nvPr/>
          </p:nvSpPr>
          <p:spPr>
            <a:xfrm flipH="1">
              <a:off x="8564056" y="1742231"/>
              <a:ext cx="287850" cy="28785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1799" b="0" i="0" u="none" strike="noStrike" kern="1200" cap="none" spc="0" normalizeH="0" baseline="0" noProof="0" dirty="0">
                  <a:ln>
                    <a:noFill/>
                  </a:ln>
                  <a:solidFill>
                    <a:srgbClr val="1B1534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⅔</a:t>
              </a:r>
              <a:endParaRPr kumimoji="0" lang="de-DE" sz="1199" b="0" i="0" u="none" strike="noStrike" kern="1200" cap="none" spc="0" normalizeH="0" baseline="0" noProof="0" dirty="0" err="1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8" name="Textfeld 149"/>
            <p:cNvSpPr txBox="1"/>
            <p:nvPr/>
          </p:nvSpPr>
          <p:spPr>
            <a:xfrm flipH="1">
              <a:off x="8995885" y="1742231"/>
              <a:ext cx="287850" cy="28785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1799" b="0" i="0" u="none" strike="noStrike" kern="1200" cap="none" spc="0" normalizeH="0" baseline="0" noProof="0" dirty="0">
                  <a:ln>
                    <a:noFill/>
                  </a:ln>
                  <a:solidFill>
                    <a:srgbClr val="1B1534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¼</a:t>
              </a:r>
              <a:endParaRPr kumimoji="0" lang="de-DE" sz="1199" b="0" i="0" u="none" strike="noStrike" kern="1200" cap="none" spc="0" normalizeH="0" baseline="0" noProof="0" dirty="0" err="1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9" name="Textfeld 150"/>
            <p:cNvSpPr txBox="1"/>
            <p:nvPr/>
          </p:nvSpPr>
          <p:spPr>
            <a:xfrm flipH="1">
              <a:off x="9427715" y="1742231"/>
              <a:ext cx="287850" cy="28785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1799" b="0" i="0" u="none" strike="noStrike" kern="1200" cap="none" spc="0" normalizeH="0" baseline="0" noProof="0" dirty="0">
                  <a:ln>
                    <a:noFill/>
                  </a:ln>
                  <a:solidFill>
                    <a:srgbClr val="1B1534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¾</a:t>
              </a:r>
              <a:endParaRPr kumimoji="0" lang="de-DE" sz="1199" b="0" i="0" u="none" strike="noStrike" kern="1200" cap="none" spc="0" normalizeH="0" baseline="0" noProof="0" dirty="0" err="1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0" name="Textfeld 151"/>
            <p:cNvSpPr txBox="1"/>
            <p:nvPr/>
          </p:nvSpPr>
          <p:spPr>
            <a:xfrm flipH="1">
              <a:off x="9859544" y="1742231"/>
              <a:ext cx="287850" cy="28785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1799" b="0" i="0" u="none" strike="noStrike" kern="1200" cap="none" spc="0" normalizeH="0" baseline="0" noProof="0" dirty="0">
                  <a:ln>
                    <a:noFill/>
                  </a:ln>
                  <a:solidFill>
                    <a:srgbClr val="1B1534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⅛</a:t>
              </a:r>
              <a:endParaRPr kumimoji="0" lang="de-DE" sz="1199" b="0" i="0" u="none" strike="noStrike" kern="1200" cap="none" spc="0" normalizeH="0" baseline="0" noProof="0" dirty="0" err="1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1" name="Textfeld 152"/>
            <p:cNvSpPr txBox="1"/>
            <p:nvPr/>
          </p:nvSpPr>
          <p:spPr>
            <a:xfrm flipH="1">
              <a:off x="10291373" y="1742231"/>
              <a:ext cx="287850" cy="28785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1799" b="0" i="0" u="none" strike="noStrike" kern="1200" cap="none" spc="0" normalizeH="0" baseline="0" noProof="0" dirty="0">
                  <a:ln>
                    <a:noFill/>
                  </a:ln>
                  <a:solidFill>
                    <a:srgbClr val="1B1534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⅜</a:t>
              </a:r>
              <a:endParaRPr kumimoji="0" lang="de-DE" sz="1199" b="0" i="0" u="none" strike="noStrike" kern="1200" cap="none" spc="0" normalizeH="0" baseline="0" noProof="0" dirty="0" err="1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2" name="Textfeld 153"/>
            <p:cNvSpPr txBox="1"/>
            <p:nvPr/>
          </p:nvSpPr>
          <p:spPr>
            <a:xfrm flipH="1">
              <a:off x="10723202" y="1742231"/>
              <a:ext cx="287850" cy="28785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1799" b="0" i="0" u="none" strike="noStrike" kern="1200" cap="none" spc="0" normalizeH="0" baseline="0" noProof="0" dirty="0">
                  <a:ln>
                    <a:noFill/>
                  </a:ln>
                  <a:solidFill>
                    <a:srgbClr val="1B1534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⅜</a:t>
              </a:r>
              <a:endParaRPr kumimoji="0" lang="de-DE" sz="1199" b="0" i="0" u="none" strike="noStrike" kern="1200" cap="none" spc="0" normalizeH="0" baseline="0" noProof="0" dirty="0" err="1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3" name="Textfeld 154"/>
            <p:cNvSpPr txBox="1"/>
            <p:nvPr/>
          </p:nvSpPr>
          <p:spPr>
            <a:xfrm flipH="1">
              <a:off x="7700398" y="2030117"/>
              <a:ext cx="287850" cy="28785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1799" b="0" i="0" u="none" strike="noStrike" kern="1200" cap="none" spc="0" normalizeH="0" baseline="0" noProof="0" dirty="0">
                  <a:ln>
                    <a:noFill/>
                  </a:ln>
                  <a:solidFill>
                    <a:srgbClr val="1B1534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⅝</a:t>
              </a:r>
              <a:endParaRPr kumimoji="0" lang="de-DE" sz="1199" b="0" i="0" u="none" strike="noStrike" kern="1200" cap="none" spc="0" normalizeH="0" baseline="0" noProof="0" dirty="0" err="1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4" name="Textfeld 155"/>
            <p:cNvSpPr txBox="1"/>
            <p:nvPr/>
          </p:nvSpPr>
          <p:spPr>
            <a:xfrm flipH="1">
              <a:off x="8132227" y="2030116"/>
              <a:ext cx="287850" cy="28785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1799" b="0" i="0" u="none" strike="noStrike" kern="1200" cap="none" spc="0" normalizeH="0" baseline="0" noProof="0" dirty="0">
                  <a:ln>
                    <a:noFill/>
                  </a:ln>
                  <a:solidFill>
                    <a:srgbClr val="1B1534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⅞</a:t>
              </a:r>
              <a:r>
                <a:rPr kumimoji="0" lang="da-DK" sz="1799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 </a:t>
              </a:r>
              <a:endParaRPr kumimoji="0" lang="de-DE" sz="1199" b="0" i="0" u="none" strike="noStrike" kern="1200" cap="none" spc="0" normalizeH="0" baseline="0" noProof="0" dirty="0" err="1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5" name="Textfeld 156"/>
            <p:cNvSpPr txBox="1"/>
            <p:nvPr/>
          </p:nvSpPr>
          <p:spPr>
            <a:xfrm flipH="1">
              <a:off x="8564056" y="2030117"/>
              <a:ext cx="287850" cy="28785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1799" b="0" i="0" u="none" strike="noStrike" kern="1200" cap="none" spc="0" normalizeH="0" baseline="0" noProof="0" dirty="0">
                  <a:ln>
                    <a:noFill/>
                  </a:ln>
                  <a:solidFill>
                    <a:srgbClr val="1B1534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‰</a:t>
              </a:r>
              <a:endParaRPr kumimoji="0" lang="de-DE" sz="1199" b="0" i="0" u="none" strike="noStrike" kern="1200" cap="none" spc="0" normalizeH="0" baseline="0" noProof="0" dirty="0" err="1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6" name="Textfeld 157"/>
            <p:cNvSpPr txBox="1"/>
            <p:nvPr/>
          </p:nvSpPr>
          <p:spPr>
            <a:xfrm flipH="1">
              <a:off x="8995885" y="2030116"/>
              <a:ext cx="287850" cy="28785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1799" b="0" i="0" u="none" strike="noStrike" kern="1200" cap="none" spc="0" normalizeH="0" baseline="0" noProof="0" dirty="0">
                  <a:ln>
                    <a:noFill/>
                  </a:ln>
                  <a:solidFill>
                    <a:srgbClr val="1B1534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ø</a:t>
              </a:r>
              <a:endParaRPr kumimoji="0" lang="de-DE" sz="1199" b="0" i="0" u="none" strike="noStrike" kern="1200" cap="none" spc="0" normalizeH="0" baseline="0" noProof="0" dirty="0" err="1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7" name="Textfeld 158"/>
            <p:cNvSpPr txBox="1"/>
            <p:nvPr/>
          </p:nvSpPr>
          <p:spPr>
            <a:xfrm flipH="1">
              <a:off x="9427715" y="2030117"/>
              <a:ext cx="287850" cy="28785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1799" b="0" i="0" u="none" strike="noStrike" kern="1200" cap="none" spc="0" normalizeH="0" baseline="0" noProof="0" dirty="0">
                  <a:ln>
                    <a:noFill/>
                  </a:ln>
                  <a:solidFill>
                    <a:srgbClr val="1B1534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∞</a:t>
              </a:r>
              <a:endParaRPr kumimoji="0" lang="de-DE" sz="1199" b="0" i="0" u="none" strike="noStrike" kern="1200" cap="none" spc="0" normalizeH="0" baseline="0" noProof="0" dirty="0" err="1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8" name="Textfeld 159"/>
            <p:cNvSpPr txBox="1"/>
            <p:nvPr/>
          </p:nvSpPr>
          <p:spPr>
            <a:xfrm flipH="1">
              <a:off x="9859544" y="2030117"/>
              <a:ext cx="287850" cy="28785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sz="1799" b="0" i="0" u="none" strike="noStrike" kern="1200" cap="none" spc="0" normalizeH="0" baseline="0" noProof="0" dirty="0">
                  <a:ln>
                    <a:noFill/>
                  </a:ln>
                  <a:solidFill>
                    <a:srgbClr val="1B1534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±</a:t>
              </a:r>
              <a:endParaRPr kumimoji="0" lang="de-DE" sz="1199" b="0" i="0" u="none" strike="noStrike" kern="1200" cap="none" spc="0" normalizeH="0" baseline="0" noProof="0" dirty="0" err="1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9" name="Textfeld 160"/>
            <p:cNvSpPr txBox="1"/>
            <p:nvPr/>
          </p:nvSpPr>
          <p:spPr>
            <a:xfrm flipH="1">
              <a:off x="10291373" y="2030117"/>
              <a:ext cx="287850" cy="28785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sz="1799" b="0" i="0" u="none" strike="noStrike" kern="1200" cap="none" spc="0" normalizeH="0" baseline="0" noProof="0" dirty="0">
                  <a:ln>
                    <a:noFill/>
                  </a:ln>
                  <a:solidFill>
                    <a:srgbClr val="1B1534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≤</a:t>
              </a:r>
              <a:endParaRPr kumimoji="0" lang="de-DE" sz="1199" b="0" i="0" u="none" strike="noStrike" kern="1200" cap="none" spc="0" normalizeH="0" baseline="0" noProof="0" dirty="0" err="1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0" name="Textfeld 161"/>
            <p:cNvSpPr txBox="1"/>
            <p:nvPr/>
          </p:nvSpPr>
          <p:spPr>
            <a:xfrm flipH="1">
              <a:off x="10723202" y="2030117"/>
              <a:ext cx="287850" cy="28785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sz="1799" b="0" i="0" u="none" strike="noStrike" kern="1200" cap="none" spc="0" normalizeH="0" baseline="0" noProof="0" dirty="0">
                  <a:ln>
                    <a:noFill/>
                  </a:ln>
                  <a:solidFill>
                    <a:srgbClr val="1B1534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≥</a:t>
              </a:r>
              <a:endParaRPr kumimoji="0" lang="de-DE" sz="1199" b="0" i="0" u="none" strike="noStrike" kern="1200" cap="none" spc="0" normalizeH="0" baseline="0" noProof="0" dirty="0" err="1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1" name="Textfeld 162"/>
            <p:cNvSpPr txBox="1"/>
            <p:nvPr/>
          </p:nvSpPr>
          <p:spPr>
            <a:xfrm flipH="1">
              <a:off x="7700398" y="2318003"/>
              <a:ext cx="287850" cy="28785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sz="1799" b="0" i="0" u="none" strike="noStrike" kern="1200" cap="none" spc="0" normalizeH="0" baseline="0" noProof="0" dirty="0">
                  <a:ln>
                    <a:noFill/>
                  </a:ln>
                  <a:solidFill>
                    <a:srgbClr val="1B1534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≈</a:t>
              </a:r>
              <a:endParaRPr kumimoji="0" lang="de-DE" sz="1199" b="0" i="0" u="none" strike="noStrike" kern="1200" cap="none" spc="0" normalizeH="0" baseline="0" noProof="0" dirty="0" err="1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2" name="Textfeld 163"/>
            <p:cNvSpPr txBox="1"/>
            <p:nvPr/>
          </p:nvSpPr>
          <p:spPr>
            <a:xfrm flipH="1">
              <a:off x="8132227" y="2318002"/>
              <a:ext cx="287850" cy="28785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sz="1799" b="0" i="0" u="none" strike="noStrike" kern="1200" cap="none" spc="0" normalizeH="0" baseline="0" noProof="0" dirty="0">
                  <a:ln>
                    <a:noFill/>
                  </a:ln>
                  <a:solidFill>
                    <a:srgbClr val="1B1534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±</a:t>
              </a:r>
              <a:r>
                <a:rPr kumimoji="0" lang="da-DK" sz="1799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 </a:t>
              </a:r>
              <a:endParaRPr kumimoji="0" lang="de-DE" sz="1199" b="0" i="0" u="none" strike="noStrike" kern="1200" cap="none" spc="0" normalizeH="0" baseline="0" noProof="0" dirty="0" err="1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3" name="Textfeld 164"/>
            <p:cNvSpPr txBox="1"/>
            <p:nvPr/>
          </p:nvSpPr>
          <p:spPr>
            <a:xfrm flipH="1">
              <a:off x="8564056" y="2318003"/>
              <a:ext cx="287850" cy="28785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sz="1799" b="0" i="0" u="none" strike="noStrike" kern="1200" cap="none" spc="0" normalizeH="0" baseline="0" noProof="0" dirty="0">
                  <a:ln>
                    <a:noFill/>
                  </a:ln>
                  <a:solidFill>
                    <a:srgbClr val="1B1534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≡</a:t>
              </a:r>
              <a:endParaRPr kumimoji="0" lang="de-DE" sz="1199" b="0" i="0" u="none" strike="noStrike" kern="1200" cap="none" spc="0" normalizeH="0" baseline="0" noProof="0" dirty="0" err="1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4" name="Textfeld 165"/>
            <p:cNvSpPr txBox="1"/>
            <p:nvPr/>
          </p:nvSpPr>
          <p:spPr>
            <a:xfrm flipH="1">
              <a:off x="8995885" y="2318003"/>
              <a:ext cx="287850" cy="28785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sz="1799" b="0" i="0" u="none" strike="noStrike" kern="1200" cap="none" spc="0" normalizeH="0" baseline="0" noProof="0" dirty="0">
                  <a:ln>
                    <a:noFill/>
                  </a:ln>
                  <a:solidFill>
                    <a:srgbClr val="1B1534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∑</a:t>
              </a:r>
              <a:endParaRPr kumimoji="0" lang="de-DE" sz="1199" b="0" i="0" u="none" strike="noStrike" kern="1200" cap="none" spc="0" normalizeH="0" baseline="0" noProof="0" dirty="0" err="1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5" name="Textfeld 166"/>
            <p:cNvSpPr txBox="1"/>
            <p:nvPr/>
          </p:nvSpPr>
          <p:spPr>
            <a:xfrm flipH="1">
              <a:off x="9427715" y="2318003"/>
              <a:ext cx="287850" cy="28785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sz="1799" b="0" i="0" u="none" strike="noStrike" kern="1200" cap="none" spc="0" normalizeH="0" baseline="0" noProof="0" dirty="0">
                  <a:ln>
                    <a:noFill/>
                  </a:ln>
                  <a:solidFill>
                    <a:srgbClr val="1B1534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Ω</a:t>
              </a:r>
              <a:endParaRPr kumimoji="0" lang="de-DE" sz="1199" b="0" i="0" u="none" strike="noStrike" kern="1200" cap="none" spc="0" normalizeH="0" baseline="0" noProof="0" dirty="0" err="1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6" name="Textfeld 167"/>
            <p:cNvSpPr txBox="1"/>
            <p:nvPr/>
          </p:nvSpPr>
          <p:spPr>
            <a:xfrm flipH="1">
              <a:off x="9859544" y="2318003"/>
              <a:ext cx="287850" cy="28785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sz="1799" b="0" i="0" u="none" strike="noStrike" kern="1200" cap="none" spc="0" normalizeH="0" baseline="0" noProof="0" dirty="0">
                  <a:ln>
                    <a:noFill/>
                  </a:ln>
                  <a:solidFill>
                    <a:srgbClr val="1B1534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∂</a:t>
              </a:r>
              <a:endParaRPr kumimoji="0" lang="de-DE" sz="1199" b="0" i="0" u="none" strike="noStrike" kern="1200" cap="none" spc="0" normalizeH="0" baseline="0" noProof="0" dirty="0" err="1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7" name="Textfeld 168"/>
            <p:cNvSpPr txBox="1"/>
            <p:nvPr/>
          </p:nvSpPr>
          <p:spPr>
            <a:xfrm flipH="1">
              <a:off x="10291373" y="2318003"/>
              <a:ext cx="287850" cy="28785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sz="1799" b="0" i="0" u="none" strike="noStrike" kern="1200" cap="none" spc="0" normalizeH="0" baseline="0" noProof="0" dirty="0">
                  <a:ln>
                    <a:noFill/>
                  </a:ln>
                  <a:solidFill>
                    <a:srgbClr val="1B1534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€</a:t>
              </a:r>
              <a:endParaRPr kumimoji="0" lang="de-DE" sz="1199" b="0" i="0" u="none" strike="noStrike" kern="1200" cap="none" spc="0" normalizeH="0" baseline="0" noProof="0" dirty="0" err="1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8" name="Textfeld 169"/>
            <p:cNvSpPr txBox="1"/>
            <p:nvPr/>
          </p:nvSpPr>
          <p:spPr>
            <a:xfrm flipH="1">
              <a:off x="10723202" y="2318003"/>
              <a:ext cx="287850" cy="28785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sz="1799" b="0" i="0" u="none" strike="noStrike" kern="1200" cap="none" spc="0" normalizeH="0" baseline="0" noProof="0" dirty="0">
                  <a:ln>
                    <a:noFill/>
                  </a:ln>
                  <a:solidFill>
                    <a:srgbClr val="1B1534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&lt;</a:t>
              </a:r>
              <a:endParaRPr kumimoji="0" lang="de-DE" sz="1199" b="0" i="0" u="none" strike="noStrike" kern="1200" cap="none" spc="0" normalizeH="0" baseline="0" noProof="0" dirty="0" err="1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9" name="Textfeld 170"/>
            <p:cNvSpPr txBox="1"/>
            <p:nvPr/>
          </p:nvSpPr>
          <p:spPr>
            <a:xfrm flipH="1">
              <a:off x="7700398" y="2605890"/>
              <a:ext cx="287850" cy="28785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sz="1799" b="0" i="0" u="none" strike="noStrike" kern="1200" cap="none" spc="0" normalizeH="0" baseline="0" noProof="0" dirty="0">
                  <a:ln>
                    <a:noFill/>
                  </a:ln>
                  <a:solidFill>
                    <a:srgbClr val="1B1534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=</a:t>
              </a:r>
              <a:endParaRPr kumimoji="0" lang="de-DE" sz="1199" b="0" i="0" u="none" strike="noStrike" kern="1200" cap="none" spc="0" normalizeH="0" baseline="0" noProof="0" dirty="0" err="1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0" name="Textfeld 171"/>
            <p:cNvSpPr txBox="1"/>
            <p:nvPr/>
          </p:nvSpPr>
          <p:spPr>
            <a:xfrm flipH="1">
              <a:off x="8132227" y="2605889"/>
              <a:ext cx="287850" cy="28785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sz="1799" b="0" i="0" u="none" strike="noStrike" kern="1200" cap="none" spc="0" normalizeH="0" baseline="0" noProof="0" dirty="0">
                  <a:ln>
                    <a:noFill/>
                  </a:ln>
                  <a:solidFill>
                    <a:srgbClr val="1B1534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&gt;</a:t>
              </a:r>
              <a:r>
                <a:rPr kumimoji="0" lang="da-DK" sz="1799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 </a:t>
              </a:r>
              <a:endParaRPr kumimoji="0" lang="de-DE" sz="1199" b="0" i="0" u="none" strike="noStrike" kern="1200" cap="none" spc="0" normalizeH="0" baseline="0" noProof="0" dirty="0" err="1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171" name="Rectangle 5"/>
          <p:cNvSpPr>
            <a:spLocks noChangeArrowheads="1"/>
          </p:cNvSpPr>
          <p:nvPr/>
        </p:nvSpPr>
        <p:spPr bwMode="blackWhite">
          <a:xfrm>
            <a:off x="7953312" y="1455603"/>
            <a:ext cx="3259911" cy="28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87468" algn="r"/>
                <a:tab pos="5380521" algn="r"/>
              </a:tabLst>
              <a:defRPr/>
            </a:pPr>
            <a:r>
              <a:rPr kumimoji="0" lang="en-US" sz="1199" b="1" i="0" u="none" strike="noStrike" kern="1200" cap="none" spc="0" normalizeH="0" baseline="0" noProof="0" dirty="0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Mathematic signs</a:t>
            </a:r>
          </a:p>
        </p:txBody>
      </p:sp>
      <p:sp>
        <p:nvSpPr>
          <p:cNvPr id="172" name="Rectangle 5"/>
          <p:cNvSpPr>
            <a:spLocks noChangeArrowheads="1"/>
          </p:cNvSpPr>
          <p:nvPr/>
        </p:nvSpPr>
        <p:spPr bwMode="blackWhite">
          <a:xfrm>
            <a:off x="7953312" y="3520174"/>
            <a:ext cx="2591039" cy="28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87468" algn="r"/>
                <a:tab pos="5380521" algn="r"/>
              </a:tabLst>
              <a:defRPr/>
            </a:pPr>
            <a:r>
              <a:rPr kumimoji="0" lang="en-US" sz="1199" b="1" i="0" u="none" strike="noStrike" kern="1200" cap="none" spc="0" normalizeH="0" baseline="0" noProof="0" dirty="0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Warning notices</a:t>
            </a:r>
          </a:p>
        </p:txBody>
      </p:sp>
      <p:sp>
        <p:nvSpPr>
          <p:cNvPr id="173" name="Rechteck 25"/>
          <p:cNvSpPr>
            <a:spLocks noChangeAspect="1"/>
          </p:cNvSpPr>
          <p:nvPr/>
        </p:nvSpPr>
        <p:spPr bwMode="auto">
          <a:xfrm>
            <a:off x="9027713" y="3851612"/>
            <a:ext cx="430659" cy="430659"/>
          </a:xfrm>
          <a:prstGeom prst="rect">
            <a:avLst/>
          </a:prstGeom>
          <a:solidFill>
            <a:srgbClr val="7B919D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?</a:t>
            </a:r>
          </a:p>
        </p:txBody>
      </p:sp>
      <p:sp>
        <p:nvSpPr>
          <p:cNvPr id="177" name="Rechteck 25"/>
          <p:cNvSpPr>
            <a:spLocks noChangeAspect="1"/>
          </p:cNvSpPr>
          <p:nvPr/>
        </p:nvSpPr>
        <p:spPr bwMode="auto">
          <a:xfrm>
            <a:off x="9027713" y="4395424"/>
            <a:ext cx="430659" cy="430659"/>
          </a:xfrm>
          <a:prstGeom prst="rect">
            <a:avLst/>
          </a:prstGeom>
          <a:solidFill>
            <a:srgbClr val="7B919D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!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9067763" y="5408238"/>
            <a:ext cx="2641888" cy="77170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 lIns="107944" tIns="107944" rIns="107944" bIns="10794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99" b="0" i="0" u="none" strike="noStrike" kern="1200" cap="none" spc="0" normalizeH="0" baseline="0" noProof="0" dirty="0">
                <a:ln>
                  <a:noFill/>
                </a:ln>
                <a:solidFill>
                  <a:srgbClr val="879BA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Please note that all symbols on this page are created in PowerPoint. The text can be edited manually.</a:t>
            </a:r>
          </a:p>
        </p:txBody>
      </p:sp>
      <p:sp>
        <p:nvSpPr>
          <p:cNvPr id="183" name="Rechteck 16">
            <a:extLst>
              <a:ext uri="{FF2B5EF4-FFF2-40B4-BE49-F238E27FC236}">
                <a16:creationId xmlns:a16="http://schemas.microsoft.com/office/drawing/2014/main" id="{63984EBA-AEDC-414F-B583-0909768AB19B}"/>
              </a:ext>
            </a:extLst>
          </p:cNvPr>
          <p:cNvSpPr>
            <a:spLocks noChangeAspect="1"/>
          </p:cNvSpPr>
          <p:nvPr/>
        </p:nvSpPr>
        <p:spPr bwMode="auto">
          <a:xfrm>
            <a:off x="626241" y="4175511"/>
            <a:ext cx="287850" cy="287850"/>
          </a:xfrm>
          <a:prstGeom prst="rect">
            <a:avLst/>
          </a:prstGeom>
          <a:solidFill>
            <a:srgbClr val="7D6766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</a:p>
        </p:txBody>
      </p:sp>
      <p:sp>
        <p:nvSpPr>
          <p:cNvPr id="184" name="Rechteck 17">
            <a:extLst>
              <a:ext uri="{FF2B5EF4-FFF2-40B4-BE49-F238E27FC236}">
                <a16:creationId xmlns:a16="http://schemas.microsoft.com/office/drawing/2014/main" id="{0F0E2564-DCFC-CA47-BD3E-96A65DC5D99A}"/>
              </a:ext>
            </a:extLst>
          </p:cNvPr>
          <p:cNvSpPr>
            <a:spLocks noChangeAspect="1"/>
          </p:cNvSpPr>
          <p:nvPr/>
        </p:nvSpPr>
        <p:spPr bwMode="auto">
          <a:xfrm>
            <a:off x="962103" y="4175511"/>
            <a:ext cx="287850" cy="287850"/>
          </a:xfrm>
          <a:prstGeom prst="rect">
            <a:avLst/>
          </a:prstGeom>
          <a:solidFill>
            <a:srgbClr val="7D6766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186" name="Rechteck 18">
            <a:extLst>
              <a:ext uri="{FF2B5EF4-FFF2-40B4-BE49-F238E27FC236}">
                <a16:creationId xmlns:a16="http://schemas.microsoft.com/office/drawing/2014/main" id="{EAB7FA8E-91FE-F44C-9100-3A54EFEC4842}"/>
              </a:ext>
            </a:extLst>
          </p:cNvPr>
          <p:cNvSpPr>
            <a:spLocks noChangeAspect="1"/>
          </p:cNvSpPr>
          <p:nvPr/>
        </p:nvSpPr>
        <p:spPr bwMode="auto">
          <a:xfrm>
            <a:off x="1297965" y="4175511"/>
            <a:ext cx="287850" cy="287850"/>
          </a:xfrm>
          <a:prstGeom prst="rect">
            <a:avLst/>
          </a:prstGeom>
          <a:solidFill>
            <a:srgbClr val="7D6766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</a:t>
            </a:r>
          </a:p>
        </p:txBody>
      </p:sp>
      <p:sp>
        <p:nvSpPr>
          <p:cNvPr id="187" name="Rechteck 19">
            <a:extLst>
              <a:ext uri="{FF2B5EF4-FFF2-40B4-BE49-F238E27FC236}">
                <a16:creationId xmlns:a16="http://schemas.microsoft.com/office/drawing/2014/main" id="{B5694C9A-1EBD-E94F-9E79-7362B6ADA89A}"/>
              </a:ext>
            </a:extLst>
          </p:cNvPr>
          <p:cNvSpPr>
            <a:spLocks noChangeAspect="1"/>
          </p:cNvSpPr>
          <p:nvPr/>
        </p:nvSpPr>
        <p:spPr bwMode="auto">
          <a:xfrm>
            <a:off x="1633827" y="4175511"/>
            <a:ext cx="287850" cy="287850"/>
          </a:xfrm>
          <a:prstGeom prst="rect">
            <a:avLst/>
          </a:prstGeom>
          <a:solidFill>
            <a:srgbClr val="7D6766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</a:t>
            </a:r>
          </a:p>
        </p:txBody>
      </p:sp>
      <p:sp>
        <p:nvSpPr>
          <p:cNvPr id="188" name="Rechteck 20">
            <a:extLst>
              <a:ext uri="{FF2B5EF4-FFF2-40B4-BE49-F238E27FC236}">
                <a16:creationId xmlns:a16="http://schemas.microsoft.com/office/drawing/2014/main" id="{06EF4352-44AF-4C46-8E26-A7E7BEC62A70}"/>
              </a:ext>
            </a:extLst>
          </p:cNvPr>
          <p:cNvSpPr>
            <a:spLocks noChangeAspect="1"/>
          </p:cNvSpPr>
          <p:nvPr/>
        </p:nvSpPr>
        <p:spPr bwMode="auto">
          <a:xfrm>
            <a:off x="1969689" y="4175511"/>
            <a:ext cx="287850" cy="287850"/>
          </a:xfrm>
          <a:prstGeom prst="rect">
            <a:avLst/>
          </a:prstGeom>
          <a:solidFill>
            <a:srgbClr val="7D6766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</a:t>
            </a:r>
          </a:p>
        </p:txBody>
      </p:sp>
      <p:sp>
        <p:nvSpPr>
          <p:cNvPr id="189" name="Rechteck 21">
            <a:extLst>
              <a:ext uri="{FF2B5EF4-FFF2-40B4-BE49-F238E27FC236}">
                <a16:creationId xmlns:a16="http://schemas.microsoft.com/office/drawing/2014/main" id="{4DB1FADF-44EC-ED46-A4B9-EE572AF86F0E}"/>
              </a:ext>
            </a:extLst>
          </p:cNvPr>
          <p:cNvSpPr>
            <a:spLocks noChangeAspect="1"/>
          </p:cNvSpPr>
          <p:nvPr/>
        </p:nvSpPr>
        <p:spPr bwMode="auto">
          <a:xfrm>
            <a:off x="2305551" y="4175511"/>
            <a:ext cx="287850" cy="287850"/>
          </a:xfrm>
          <a:prstGeom prst="rect">
            <a:avLst/>
          </a:prstGeom>
          <a:solidFill>
            <a:srgbClr val="7D6766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6</a:t>
            </a:r>
          </a:p>
        </p:txBody>
      </p:sp>
      <p:sp>
        <p:nvSpPr>
          <p:cNvPr id="190" name="Rechteck 22">
            <a:extLst>
              <a:ext uri="{FF2B5EF4-FFF2-40B4-BE49-F238E27FC236}">
                <a16:creationId xmlns:a16="http://schemas.microsoft.com/office/drawing/2014/main" id="{66DEFC3B-7569-2D4B-98E8-A441B1773A66}"/>
              </a:ext>
            </a:extLst>
          </p:cNvPr>
          <p:cNvSpPr>
            <a:spLocks noChangeAspect="1"/>
          </p:cNvSpPr>
          <p:nvPr/>
        </p:nvSpPr>
        <p:spPr bwMode="auto">
          <a:xfrm>
            <a:off x="2641413" y="4175511"/>
            <a:ext cx="287850" cy="287850"/>
          </a:xfrm>
          <a:prstGeom prst="rect">
            <a:avLst/>
          </a:prstGeom>
          <a:solidFill>
            <a:srgbClr val="7D6766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7</a:t>
            </a:r>
          </a:p>
        </p:txBody>
      </p:sp>
      <p:sp>
        <p:nvSpPr>
          <p:cNvPr id="191" name="Rechteck 23">
            <a:extLst>
              <a:ext uri="{FF2B5EF4-FFF2-40B4-BE49-F238E27FC236}">
                <a16:creationId xmlns:a16="http://schemas.microsoft.com/office/drawing/2014/main" id="{27466644-0E78-9C47-BE86-841731793A69}"/>
              </a:ext>
            </a:extLst>
          </p:cNvPr>
          <p:cNvSpPr>
            <a:spLocks noChangeAspect="1"/>
          </p:cNvSpPr>
          <p:nvPr/>
        </p:nvSpPr>
        <p:spPr bwMode="auto">
          <a:xfrm>
            <a:off x="2977275" y="4175511"/>
            <a:ext cx="287850" cy="287850"/>
          </a:xfrm>
          <a:prstGeom prst="rect">
            <a:avLst/>
          </a:prstGeom>
          <a:solidFill>
            <a:srgbClr val="7D6766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8</a:t>
            </a:r>
          </a:p>
        </p:txBody>
      </p:sp>
      <p:sp>
        <p:nvSpPr>
          <p:cNvPr id="192" name="Rechteck 24">
            <a:extLst>
              <a:ext uri="{FF2B5EF4-FFF2-40B4-BE49-F238E27FC236}">
                <a16:creationId xmlns:a16="http://schemas.microsoft.com/office/drawing/2014/main" id="{262E0A20-91CB-4342-A479-D9306521B861}"/>
              </a:ext>
            </a:extLst>
          </p:cNvPr>
          <p:cNvSpPr>
            <a:spLocks noChangeAspect="1"/>
          </p:cNvSpPr>
          <p:nvPr/>
        </p:nvSpPr>
        <p:spPr bwMode="auto">
          <a:xfrm>
            <a:off x="3313137" y="4175511"/>
            <a:ext cx="287850" cy="287850"/>
          </a:xfrm>
          <a:prstGeom prst="rect">
            <a:avLst/>
          </a:prstGeom>
          <a:solidFill>
            <a:srgbClr val="7D6766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</a:t>
            </a:r>
          </a:p>
        </p:txBody>
      </p:sp>
      <p:sp>
        <p:nvSpPr>
          <p:cNvPr id="193" name="Rechteck 25">
            <a:extLst>
              <a:ext uri="{FF2B5EF4-FFF2-40B4-BE49-F238E27FC236}">
                <a16:creationId xmlns:a16="http://schemas.microsoft.com/office/drawing/2014/main" id="{EC5C714B-2CFB-6142-8ABD-9450A28877AA}"/>
              </a:ext>
            </a:extLst>
          </p:cNvPr>
          <p:cNvSpPr>
            <a:spLocks noChangeAspect="1"/>
          </p:cNvSpPr>
          <p:nvPr/>
        </p:nvSpPr>
        <p:spPr bwMode="auto">
          <a:xfrm>
            <a:off x="3649003" y="4175511"/>
            <a:ext cx="287850" cy="287850"/>
          </a:xfrm>
          <a:prstGeom prst="rect">
            <a:avLst/>
          </a:prstGeom>
          <a:solidFill>
            <a:srgbClr val="7D6766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</a:t>
            </a:r>
          </a:p>
        </p:txBody>
      </p:sp>
      <p:sp>
        <p:nvSpPr>
          <p:cNvPr id="194" name="Rechteck 16">
            <a:extLst>
              <a:ext uri="{FF2B5EF4-FFF2-40B4-BE49-F238E27FC236}">
                <a16:creationId xmlns:a16="http://schemas.microsoft.com/office/drawing/2014/main" id="{145B9C77-C3DC-864D-B4FF-8E465474703D}"/>
              </a:ext>
            </a:extLst>
          </p:cNvPr>
          <p:cNvSpPr>
            <a:spLocks noChangeAspect="1"/>
          </p:cNvSpPr>
          <p:nvPr/>
        </p:nvSpPr>
        <p:spPr bwMode="auto">
          <a:xfrm>
            <a:off x="626241" y="4577426"/>
            <a:ext cx="287850" cy="287850"/>
          </a:xfrm>
          <a:prstGeom prst="rect">
            <a:avLst/>
          </a:prstGeom>
          <a:solidFill>
            <a:srgbClr val="D7E4EE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</a:p>
        </p:txBody>
      </p:sp>
      <p:sp>
        <p:nvSpPr>
          <p:cNvPr id="195" name="Rechteck 17">
            <a:extLst>
              <a:ext uri="{FF2B5EF4-FFF2-40B4-BE49-F238E27FC236}">
                <a16:creationId xmlns:a16="http://schemas.microsoft.com/office/drawing/2014/main" id="{D3DF1849-AFC8-B54E-9F21-B5E7D649DB78}"/>
              </a:ext>
            </a:extLst>
          </p:cNvPr>
          <p:cNvSpPr>
            <a:spLocks noChangeAspect="1"/>
          </p:cNvSpPr>
          <p:nvPr/>
        </p:nvSpPr>
        <p:spPr bwMode="auto">
          <a:xfrm>
            <a:off x="962103" y="4577426"/>
            <a:ext cx="287850" cy="287850"/>
          </a:xfrm>
          <a:prstGeom prst="rect">
            <a:avLst/>
          </a:prstGeom>
          <a:solidFill>
            <a:srgbClr val="D7E4EE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196" name="Rechteck 18">
            <a:extLst>
              <a:ext uri="{FF2B5EF4-FFF2-40B4-BE49-F238E27FC236}">
                <a16:creationId xmlns:a16="http://schemas.microsoft.com/office/drawing/2014/main" id="{A09E8CA0-A570-A04C-8118-ADF262D81D48}"/>
              </a:ext>
            </a:extLst>
          </p:cNvPr>
          <p:cNvSpPr>
            <a:spLocks noChangeAspect="1"/>
          </p:cNvSpPr>
          <p:nvPr/>
        </p:nvSpPr>
        <p:spPr bwMode="auto">
          <a:xfrm>
            <a:off x="1297965" y="4577426"/>
            <a:ext cx="287850" cy="287850"/>
          </a:xfrm>
          <a:prstGeom prst="rect">
            <a:avLst/>
          </a:prstGeom>
          <a:solidFill>
            <a:srgbClr val="D7E4EE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</a:t>
            </a:r>
          </a:p>
        </p:txBody>
      </p:sp>
      <p:sp>
        <p:nvSpPr>
          <p:cNvPr id="197" name="Rechteck 19">
            <a:extLst>
              <a:ext uri="{FF2B5EF4-FFF2-40B4-BE49-F238E27FC236}">
                <a16:creationId xmlns:a16="http://schemas.microsoft.com/office/drawing/2014/main" id="{86DB4F6B-7E89-5B48-B569-CF363B34F316}"/>
              </a:ext>
            </a:extLst>
          </p:cNvPr>
          <p:cNvSpPr>
            <a:spLocks noChangeAspect="1"/>
          </p:cNvSpPr>
          <p:nvPr/>
        </p:nvSpPr>
        <p:spPr bwMode="auto">
          <a:xfrm>
            <a:off x="1633827" y="4577426"/>
            <a:ext cx="287850" cy="287850"/>
          </a:xfrm>
          <a:prstGeom prst="rect">
            <a:avLst/>
          </a:prstGeom>
          <a:solidFill>
            <a:srgbClr val="D7E4EE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</a:t>
            </a:r>
          </a:p>
        </p:txBody>
      </p:sp>
      <p:sp>
        <p:nvSpPr>
          <p:cNvPr id="198" name="Rechteck 20">
            <a:extLst>
              <a:ext uri="{FF2B5EF4-FFF2-40B4-BE49-F238E27FC236}">
                <a16:creationId xmlns:a16="http://schemas.microsoft.com/office/drawing/2014/main" id="{8F83A7A1-FB1E-2941-882E-416FD813F346}"/>
              </a:ext>
            </a:extLst>
          </p:cNvPr>
          <p:cNvSpPr>
            <a:spLocks noChangeAspect="1"/>
          </p:cNvSpPr>
          <p:nvPr/>
        </p:nvSpPr>
        <p:spPr bwMode="auto">
          <a:xfrm>
            <a:off x="1969689" y="4577426"/>
            <a:ext cx="287850" cy="287850"/>
          </a:xfrm>
          <a:prstGeom prst="rect">
            <a:avLst/>
          </a:prstGeom>
          <a:solidFill>
            <a:srgbClr val="D7E4EE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</a:t>
            </a:r>
          </a:p>
        </p:txBody>
      </p:sp>
      <p:sp>
        <p:nvSpPr>
          <p:cNvPr id="199" name="Rechteck 21">
            <a:extLst>
              <a:ext uri="{FF2B5EF4-FFF2-40B4-BE49-F238E27FC236}">
                <a16:creationId xmlns:a16="http://schemas.microsoft.com/office/drawing/2014/main" id="{A5B41AAB-5A29-7A43-8750-FD5CABDD5F83}"/>
              </a:ext>
            </a:extLst>
          </p:cNvPr>
          <p:cNvSpPr>
            <a:spLocks noChangeAspect="1"/>
          </p:cNvSpPr>
          <p:nvPr/>
        </p:nvSpPr>
        <p:spPr bwMode="auto">
          <a:xfrm>
            <a:off x="2305551" y="4577426"/>
            <a:ext cx="287850" cy="287850"/>
          </a:xfrm>
          <a:prstGeom prst="rect">
            <a:avLst/>
          </a:prstGeom>
          <a:solidFill>
            <a:srgbClr val="D7E4EE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6</a:t>
            </a:r>
          </a:p>
        </p:txBody>
      </p:sp>
      <p:sp>
        <p:nvSpPr>
          <p:cNvPr id="200" name="Rechteck 22">
            <a:extLst>
              <a:ext uri="{FF2B5EF4-FFF2-40B4-BE49-F238E27FC236}">
                <a16:creationId xmlns:a16="http://schemas.microsoft.com/office/drawing/2014/main" id="{BD658EF9-5803-B848-88A9-506525C59D7E}"/>
              </a:ext>
            </a:extLst>
          </p:cNvPr>
          <p:cNvSpPr>
            <a:spLocks noChangeAspect="1"/>
          </p:cNvSpPr>
          <p:nvPr/>
        </p:nvSpPr>
        <p:spPr bwMode="auto">
          <a:xfrm>
            <a:off x="2641413" y="4577426"/>
            <a:ext cx="287850" cy="287850"/>
          </a:xfrm>
          <a:prstGeom prst="rect">
            <a:avLst/>
          </a:prstGeom>
          <a:solidFill>
            <a:srgbClr val="D7E4EE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7</a:t>
            </a:r>
          </a:p>
        </p:txBody>
      </p:sp>
      <p:sp>
        <p:nvSpPr>
          <p:cNvPr id="201" name="Rechteck 23">
            <a:extLst>
              <a:ext uri="{FF2B5EF4-FFF2-40B4-BE49-F238E27FC236}">
                <a16:creationId xmlns:a16="http://schemas.microsoft.com/office/drawing/2014/main" id="{A42168A2-FC2D-1945-96B0-5D3A26671CB3}"/>
              </a:ext>
            </a:extLst>
          </p:cNvPr>
          <p:cNvSpPr>
            <a:spLocks noChangeAspect="1"/>
          </p:cNvSpPr>
          <p:nvPr/>
        </p:nvSpPr>
        <p:spPr bwMode="auto">
          <a:xfrm>
            <a:off x="2977275" y="4577426"/>
            <a:ext cx="287850" cy="287850"/>
          </a:xfrm>
          <a:prstGeom prst="rect">
            <a:avLst/>
          </a:prstGeom>
          <a:solidFill>
            <a:srgbClr val="D7E4EE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8</a:t>
            </a:r>
          </a:p>
        </p:txBody>
      </p:sp>
      <p:sp>
        <p:nvSpPr>
          <p:cNvPr id="202" name="Rechteck 24">
            <a:extLst>
              <a:ext uri="{FF2B5EF4-FFF2-40B4-BE49-F238E27FC236}">
                <a16:creationId xmlns:a16="http://schemas.microsoft.com/office/drawing/2014/main" id="{5A83E0CB-5895-F74A-9332-B8D3A50B8D7B}"/>
              </a:ext>
            </a:extLst>
          </p:cNvPr>
          <p:cNvSpPr>
            <a:spLocks noChangeAspect="1"/>
          </p:cNvSpPr>
          <p:nvPr/>
        </p:nvSpPr>
        <p:spPr bwMode="auto">
          <a:xfrm>
            <a:off x="3313137" y="4577426"/>
            <a:ext cx="287850" cy="287850"/>
          </a:xfrm>
          <a:prstGeom prst="rect">
            <a:avLst/>
          </a:prstGeom>
          <a:solidFill>
            <a:srgbClr val="D7E4EE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</a:t>
            </a:r>
          </a:p>
        </p:txBody>
      </p:sp>
      <p:sp>
        <p:nvSpPr>
          <p:cNvPr id="203" name="Rechteck 25">
            <a:extLst>
              <a:ext uri="{FF2B5EF4-FFF2-40B4-BE49-F238E27FC236}">
                <a16:creationId xmlns:a16="http://schemas.microsoft.com/office/drawing/2014/main" id="{D7139D98-B955-6B48-A89D-2B3057E98F9D}"/>
              </a:ext>
            </a:extLst>
          </p:cNvPr>
          <p:cNvSpPr>
            <a:spLocks noChangeAspect="1"/>
          </p:cNvSpPr>
          <p:nvPr/>
        </p:nvSpPr>
        <p:spPr bwMode="auto">
          <a:xfrm>
            <a:off x="3649003" y="4577426"/>
            <a:ext cx="287850" cy="287850"/>
          </a:xfrm>
          <a:prstGeom prst="rect">
            <a:avLst/>
          </a:prstGeom>
          <a:solidFill>
            <a:srgbClr val="D7E4EE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</a:t>
            </a:r>
          </a:p>
        </p:txBody>
      </p:sp>
      <p:sp>
        <p:nvSpPr>
          <p:cNvPr id="204" name="Rechteck 16">
            <a:extLst>
              <a:ext uri="{FF2B5EF4-FFF2-40B4-BE49-F238E27FC236}">
                <a16:creationId xmlns:a16="http://schemas.microsoft.com/office/drawing/2014/main" id="{2E6DBB1D-7CA7-7F49-8031-8B485D4C5451}"/>
              </a:ext>
            </a:extLst>
          </p:cNvPr>
          <p:cNvSpPr>
            <a:spLocks noChangeAspect="1"/>
          </p:cNvSpPr>
          <p:nvPr/>
        </p:nvSpPr>
        <p:spPr bwMode="auto">
          <a:xfrm>
            <a:off x="626241" y="4901294"/>
            <a:ext cx="287850" cy="287850"/>
          </a:xfrm>
          <a:prstGeom prst="rect">
            <a:avLst/>
          </a:prstGeom>
          <a:solidFill>
            <a:srgbClr val="7B919D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</a:p>
        </p:txBody>
      </p:sp>
      <p:sp>
        <p:nvSpPr>
          <p:cNvPr id="205" name="Rechteck 17">
            <a:extLst>
              <a:ext uri="{FF2B5EF4-FFF2-40B4-BE49-F238E27FC236}">
                <a16:creationId xmlns:a16="http://schemas.microsoft.com/office/drawing/2014/main" id="{249472B4-DADE-B547-8B1A-031646490EF6}"/>
              </a:ext>
            </a:extLst>
          </p:cNvPr>
          <p:cNvSpPr>
            <a:spLocks noChangeAspect="1"/>
          </p:cNvSpPr>
          <p:nvPr/>
        </p:nvSpPr>
        <p:spPr bwMode="auto">
          <a:xfrm>
            <a:off x="962103" y="4901294"/>
            <a:ext cx="287850" cy="287850"/>
          </a:xfrm>
          <a:prstGeom prst="rect">
            <a:avLst/>
          </a:prstGeom>
          <a:solidFill>
            <a:srgbClr val="7B919D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206" name="Rechteck 18">
            <a:extLst>
              <a:ext uri="{FF2B5EF4-FFF2-40B4-BE49-F238E27FC236}">
                <a16:creationId xmlns:a16="http://schemas.microsoft.com/office/drawing/2014/main" id="{C243BDE7-3242-D448-B974-5A7F297457D8}"/>
              </a:ext>
            </a:extLst>
          </p:cNvPr>
          <p:cNvSpPr>
            <a:spLocks noChangeAspect="1"/>
          </p:cNvSpPr>
          <p:nvPr/>
        </p:nvSpPr>
        <p:spPr bwMode="auto">
          <a:xfrm>
            <a:off x="1297965" y="4901294"/>
            <a:ext cx="287850" cy="287850"/>
          </a:xfrm>
          <a:prstGeom prst="rect">
            <a:avLst/>
          </a:prstGeom>
          <a:solidFill>
            <a:srgbClr val="7B919D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</a:t>
            </a:r>
          </a:p>
        </p:txBody>
      </p:sp>
      <p:sp>
        <p:nvSpPr>
          <p:cNvPr id="207" name="Rechteck 19">
            <a:extLst>
              <a:ext uri="{FF2B5EF4-FFF2-40B4-BE49-F238E27FC236}">
                <a16:creationId xmlns:a16="http://schemas.microsoft.com/office/drawing/2014/main" id="{6686A5A5-83C0-A74E-A0B2-D20AB83B6F05}"/>
              </a:ext>
            </a:extLst>
          </p:cNvPr>
          <p:cNvSpPr>
            <a:spLocks noChangeAspect="1"/>
          </p:cNvSpPr>
          <p:nvPr/>
        </p:nvSpPr>
        <p:spPr bwMode="auto">
          <a:xfrm>
            <a:off x="1633827" y="4901294"/>
            <a:ext cx="287850" cy="287850"/>
          </a:xfrm>
          <a:prstGeom prst="rect">
            <a:avLst/>
          </a:prstGeom>
          <a:solidFill>
            <a:srgbClr val="7B919D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</a:t>
            </a:r>
          </a:p>
        </p:txBody>
      </p:sp>
      <p:sp>
        <p:nvSpPr>
          <p:cNvPr id="208" name="Rechteck 20">
            <a:extLst>
              <a:ext uri="{FF2B5EF4-FFF2-40B4-BE49-F238E27FC236}">
                <a16:creationId xmlns:a16="http://schemas.microsoft.com/office/drawing/2014/main" id="{9877682A-6206-F344-983D-E090CCB4CF62}"/>
              </a:ext>
            </a:extLst>
          </p:cNvPr>
          <p:cNvSpPr>
            <a:spLocks noChangeAspect="1"/>
          </p:cNvSpPr>
          <p:nvPr/>
        </p:nvSpPr>
        <p:spPr bwMode="auto">
          <a:xfrm>
            <a:off x="1969689" y="4901294"/>
            <a:ext cx="287850" cy="287850"/>
          </a:xfrm>
          <a:prstGeom prst="rect">
            <a:avLst/>
          </a:prstGeom>
          <a:solidFill>
            <a:srgbClr val="7B919D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</a:t>
            </a:r>
          </a:p>
        </p:txBody>
      </p:sp>
      <p:sp>
        <p:nvSpPr>
          <p:cNvPr id="209" name="Rechteck 21">
            <a:extLst>
              <a:ext uri="{FF2B5EF4-FFF2-40B4-BE49-F238E27FC236}">
                <a16:creationId xmlns:a16="http://schemas.microsoft.com/office/drawing/2014/main" id="{BC480A2A-04C3-BA4D-BDFA-BE61B738094C}"/>
              </a:ext>
            </a:extLst>
          </p:cNvPr>
          <p:cNvSpPr>
            <a:spLocks noChangeAspect="1"/>
          </p:cNvSpPr>
          <p:nvPr/>
        </p:nvSpPr>
        <p:spPr bwMode="auto">
          <a:xfrm>
            <a:off x="2305551" y="4901294"/>
            <a:ext cx="287850" cy="287850"/>
          </a:xfrm>
          <a:prstGeom prst="rect">
            <a:avLst/>
          </a:prstGeom>
          <a:solidFill>
            <a:srgbClr val="7B919D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6</a:t>
            </a:r>
          </a:p>
        </p:txBody>
      </p:sp>
      <p:sp>
        <p:nvSpPr>
          <p:cNvPr id="210" name="Rechteck 22">
            <a:extLst>
              <a:ext uri="{FF2B5EF4-FFF2-40B4-BE49-F238E27FC236}">
                <a16:creationId xmlns:a16="http://schemas.microsoft.com/office/drawing/2014/main" id="{95C454AC-26B3-D042-89B2-D02A5FEC33FE}"/>
              </a:ext>
            </a:extLst>
          </p:cNvPr>
          <p:cNvSpPr>
            <a:spLocks noChangeAspect="1"/>
          </p:cNvSpPr>
          <p:nvPr/>
        </p:nvSpPr>
        <p:spPr bwMode="auto">
          <a:xfrm>
            <a:off x="2641413" y="4901294"/>
            <a:ext cx="287850" cy="287850"/>
          </a:xfrm>
          <a:prstGeom prst="rect">
            <a:avLst/>
          </a:prstGeom>
          <a:solidFill>
            <a:srgbClr val="7B919D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7</a:t>
            </a:r>
          </a:p>
        </p:txBody>
      </p:sp>
      <p:sp>
        <p:nvSpPr>
          <p:cNvPr id="211" name="Rechteck 23">
            <a:extLst>
              <a:ext uri="{FF2B5EF4-FFF2-40B4-BE49-F238E27FC236}">
                <a16:creationId xmlns:a16="http://schemas.microsoft.com/office/drawing/2014/main" id="{2F8CD738-D717-524A-8A32-30786414869C}"/>
              </a:ext>
            </a:extLst>
          </p:cNvPr>
          <p:cNvSpPr>
            <a:spLocks noChangeAspect="1"/>
          </p:cNvSpPr>
          <p:nvPr/>
        </p:nvSpPr>
        <p:spPr bwMode="auto">
          <a:xfrm>
            <a:off x="2977275" y="4901294"/>
            <a:ext cx="287850" cy="287850"/>
          </a:xfrm>
          <a:prstGeom prst="rect">
            <a:avLst/>
          </a:prstGeom>
          <a:solidFill>
            <a:srgbClr val="7B919D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8</a:t>
            </a:r>
          </a:p>
        </p:txBody>
      </p:sp>
      <p:sp>
        <p:nvSpPr>
          <p:cNvPr id="212" name="Rechteck 24">
            <a:extLst>
              <a:ext uri="{FF2B5EF4-FFF2-40B4-BE49-F238E27FC236}">
                <a16:creationId xmlns:a16="http://schemas.microsoft.com/office/drawing/2014/main" id="{75BC4E5F-A747-B647-975C-BF0AF4F65EA2}"/>
              </a:ext>
            </a:extLst>
          </p:cNvPr>
          <p:cNvSpPr>
            <a:spLocks noChangeAspect="1"/>
          </p:cNvSpPr>
          <p:nvPr/>
        </p:nvSpPr>
        <p:spPr bwMode="auto">
          <a:xfrm>
            <a:off x="3313137" y="4901294"/>
            <a:ext cx="287850" cy="287850"/>
          </a:xfrm>
          <a:prstGeom prst="rect">
            <a:avLst/>
          </a:prstGeom>
          <a:solidFill>
            <a:srgbClr val="7B919D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</a:t>
            </a:r>
          </a:p>
        </p:txBody>
      </p:sp>
      <p:sp>
        <p:nvSpPr>
          <p:cNvPr id="213" name="Rechteck 25">
            <a:extLst>
              <a:ext uri="{FF2B5EF4-FFF2-40B4-BE49-F238E27FC236}">
                <a16:creationId xmlns:a16="http://schemas.microsoft.com/office/drawing/2014/main" id="{AAFC9399-EC31-B648-B2E7-284D4EB9FD51}"/>
              </a:ext>
            </a:extLst>
          </p:cNvPr>
          <p:cNvSpPr>
            <a:spLocks noChangeAspect="1"/>
          </p:cNvSpPr>
          <p:nvPr/>
        </p:nvSpPr>
        <p:spPr bwMode="auto">
          <a:xfrm>
            <a:off x="3649003" y="4901294"/>
            <a:ext cx="287850" cy="287850"/>
          </a:xfrm>
          <a:prstGeom prst="rect">
            <a:avLst/>
          </a:prstGeom>
          <a:solidFill>
            <a:srgbClr val="7B919D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</a:t>
            </a:r>
          </a:p>
        </p:txBody>
      </p:sp>
      <p:sp>
        <p:nvSpPr>
          <p:cNvPr id="214" name="Rechteck 16">
            <a:extLst>
              <a:ext uri="{FF2B5EF4-FFF2-40B4-BE49-F238E27FC236}">
                <a16:creationId xmlns:a16="http://schemas.microsoft.com/office/drawing/2014/main" id="{5AB88A51-0DB4-FE42-A52D-5EF729B05191}"/>
              </a:ext>
            </a:extLst>
          </p:cNvPr>
          <p:cNvSpPr>
            <a:spLocks noChangeAspect="1"/>
          </p:cNvSpPr>
          <p:nvPr/>
        </p:nvSpPr>
        <p:spPr bwMode="auto">
          <a:xfrm>
            <a:off x="626241" y="3851612"/>
            <a:ext cx="287850" cy="287850"/>
          </a:xfrm>
          <a:prstGeom prst="rect">
            <a:avLst/>
          </a:prstGeom>
          <a:solidFill>
            <a:srgbClr val="CFC0BE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</a:p>
        </p:txBody>
      </p:sp>
      <p:sp>
        <p:nvSpPr>
          <p:cNvPr id="215" name="Rechteck 17">
            <a:extLst>
              <a:ext uri="{FF2B5EF4-FFF2-40B4-BE49-F238E27FC236}">
                <a16:creationId xmlns:a16="http://schemas.microsoft.com/office/drawing/2014/main" id="{BB2094A5-CC55-FA48-9790-DCA28B8FCE32}"/>
              </a:ext>
            </a:extLst>
          </p:cNvPr>
          <p:cNvSpPr>
            <a:spLocks noChangeAspect="1"/>
          </p:cNvSpPr>
          <p:nvPr/>
        </p:nvSpPr>
        <p:spPr bwMode="auto">
          <a:xfrm>
            <a:off x="962103" y="3851612"/>
            <a:ext cx="287850" cy="287850"/>
          </a:xfrm>
          <a:prstGeom prst="rect">
            <a:avLst/>
          </a:prstGeom>
          <a:solidFill>
            <a:srgbClr val="CFC0BE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216" name="Rechteck 18">
            <a:extLst>
              <a:ext uri="{FF2B5EF4-FFF2-40B4-BE49-F238E27FC236}">
                <a16:creationId xmlns:a16="http://schemas.microsoft.com/office/drawing/2014/main" id="{70D8C8E7-A7D7-724C-824F-FA04A0F99757}"/>
              </a:ext>
            </a:extLst>
          </p:cNvPr>
          <p:cNvSpPr>
            <a:spLocks noChangeAspect="1"/>
          </p:cNvSpPr>
          <p:nvPr/>
        </p:nvSpPr>
        <p:spPr bwMode="auto">
          <a:xfrm>
            <a:off x="1297965" y="3851612"/>
            <a:ext cx="287850" cy="287850"/>
          </a:xfrm>
          <a:prstGeom prst="rect">
            <a:avLst/>
          </a:prstGeom>
          <a:solidFill>
            <a:srgbClr val="CFC0BE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</a:t>
            </a:r>
          </a:p>
        </p:txBody>
      </p:sp>
      <p:sp>
        <p:nvSpPr>
          <p:cNvPr id="217" name="Rechteck 19">
            <a:extLst>
              <a:ext uri="{FF2B5EF4-FFF2-40B4-BE49-F238E27FC236}">
                <a16:creationId xmlns:a16="http://schemas.microsoft.com/office/drawing/2014/main" id="{DABD6250-39F9-8346-B4A2-86FC7992CDC4}"/>
              </a:ext>
            </a:extLst>
          </p:cNvPr>
          <p:cNvSpPr>
            <a:spLocks noChangeAspect="1"/>
          </p:cNvSpPr>
          <p:nvPr/>
        </p:nvSpPr>
        <p:spPr bwMode="auto">
          <a:xfrm>
            <a:off x="1633827" y="3851612"/>
            <a:ext cx="287850" cy="287850"/>
          </a:xfrm>
          <a:prstGeom prst="rect">
            <a:avLst/>
          </a:prstGeom>
          <a:solidFill>
            <a:srgbClr val="CFC0BE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</a:t>
            </a:r>
          </a:p>
        </p:txBody>
      </p:sp>
      <p:sp>
        <p:nvSpPr>
          <p:cNvPr id="218" name="Rechteck 20">
            <a:extLst>
              <a:ext uri="{FF2B5EF4-FFF2-40B4-BE49-F238E27FC236}">
                <a16:creationId xmlns:a16="http://schemas.microsoft.com/office/drawing/2014/main" id="{B480E178-5367-1140-B89F-09964ADCECCB}"/>
              </a:ext>
            </a:extLst>
          </p:cNvPr>
          <p:cNvSpPr>
            <a:spLocks noChangeAspect="1"/>
          </p:cNvSpPr>
          <p:nvPr/>
        </p:nvSpPr>
        <p:spPr bwMode="auto">
          <a:xfrm>
            <a:off x="1969689" y="3851612"/>
            <a:ext cx="287850" cy="287850"/>
          </a:xfrm>
          <a:prstGeom prst="rect">
            <a:avLst/>
          </a:prstGeom>
          <a:solidFill>
            <a:srgbClr val="CFC0BE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</a:t>
            </a:r>
          </a:p>
        </p:txBody>
      </p:sp>
      <p:sp>
        <p:nvSpPr>
          <p:cNvPr id="219" name="Rechteck 21">
            <a:extLst>
              <a:ext uri="{FF2B5EF4-FFF2-40B4-BE49-F238E27FC236}">
                <a16:creationId xmlns:a16="http://schemas.microsoft.com/office/drawing/2014/main" id="{A8860C9A-D66A-EA4D-AEB3-367CAA746ECC}"/>
              </a:ext>
            </a:extLst>
          </p:cNvPr>
          <p:cNvSpPr>
            <a:spLocks noChangeAspect="1"/>
          </p:cNvSpPr>
          <p:nvPr/>
        </p:nvSpPr>
        <p:spPr bwMode="auto">
          <a:xfrm>
            <a:off x="2305551" y="3851612"/>
            <a:ext cx="287850" cy="287850"/>
          </a:xfrm>
          <a:prstGeom prst="rect">
            <a:avLst/>
          </a:prstGeom>
          <a:solidFill>
            <a:srgbClr val="CFC0BE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6</a:t>
            </a:r>
          </a:p>
        </p:txBody>
      </p:sp>
      <p:sp>
        <p:nvSpPr>
          <p:cNvPr id="220" name="Rechteck 22">
            <a:extLst>
              <a:ext uri="{FF2B5EF4-FFF2-40B4-BE49-F238E27FC236}">
                <a16:creationId xmlns:a16="http://schemas.microsoft.com/office/drawing/2014/main" id="{B430C6CA-CF31-0A48-863F-D66419B8C2E9}"/>
              </a:ext>
            </a:extLst>
          </p:cNvPr>
          <p:cNvSpPr>
            <a:spLocks noChangeAspect="1"/>
          </p:cNvSpPr>
          <p:nvPr/>
        </p:nvSpPr>
        <p:spPr bwMode="auto">
          <a:xfrm>
            <a:off x="2641413" y="3851612"/>
            <a:ext cx="287850" cy="287850"/>
          </a:xfrm>
          <a:prstGeom prst="rect">
            <a:avLst/>
          </a:prstGeom>
          <a:solidFill>
            <a:srgbClr val="CFC0BE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7</a:t>
            </a:r>
          </a:p>
        </p:txBody>
      </p:sp>
      <p:sp>
        <p:nvSpPr>
          <p:cNvPr id="221" name="Rechteck 23">
            <a:extLst>
              <a:ext uri="{FF2B5EF4-FFF2-40B4-BE49-F238E27FC236}">
                <a16:creationId xmlns:a16="http://schemas.microsoft.com/office/drawing/2014/main" id="{40564053-202C-F245-A4C0-08A5DAEFB9D3}"/>
              </a:ext>
            </a:extLst>
          </p:cNvPr>
          <p:cNvSpPr>
            <a:spLocks noChangeAspect="1"/>
          </p:cNvSpPr>
          <p:nvPr/>
        </p:nvSpPr>
        <p:spPr bwMode="auto">
          <a:xfrm>
            <a:off x="2977275" y="3851612"/>
            <a:ext cx="287850" cy="287850"/>
          </a:xfrm>
          <a:prstGeom prst="rect">
            <a:avLst/>
          </a:prstGeom>
          <a:solidFill>
            <a:srgbClr val="CFC0BE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8</a:t>
            </a:r>
          </a:p>
        </p:txBody>
      </p:sp>
      <p:sp>
        <p:nvSpPr>
          <p:cNvPr id="222" name="Rechteck 24">
            <a:extLst>
              <a:ext uri="{FF2B5EF4-FFF2-40B4-BE49-F238E27FC236}">
                <a16:creationId xmlns:a16="http://schemas.microsoft.com/office/drawing/2014/main" id="{FDFE87EA-2857-C94A-852E-B38E7B869CDE}"/>
              </a:ext>
            </a:extLst>
          </p:cNvPr>
          <p:cNvSpPr>
            <a:spLocks noChangeAspect="1"/>
          </p:cNvSpPr>
          <p:nvPr/>
        </p:nvSpPr>
        <p:spPr bwMode="auto">
          <a:xfrm>
            <a:off x="3313137" y="3851612"/>
            <a:ext cx="287850" cy="287850"/>
          </a:xfrm>
          <a:prstGeom prst="rect">
            <a:avLst/>
          </a:prstGeom>
          <a:solidFill>
            <a:srgbClr val="CFC0BE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</a:t>
            </a:r>
          </a:p>
        </p:txBody>
      </p:sp>
      <p:sp>
        <p:nvSpPr>
          <p:cNvPr id="223" name="Rechteck 25">
            <a:extLst>
              <a:ext uri="{FF2B5EF4-FFF2-40B4-BE49-F238E27FC236}">
                <a16:creationId xmlns:a16="http://schemas.microsoft.com/office/drawing/2014/main" id="{4C44D55F-2E85-D14B-83C8-3AD60F9D5C64}"/>
              </a:ext>
            </a:extLst>
          </p:cNvPr>
          <p:cNvSpPr>
            <a:spLocks noChangeAspect="1"/>
          </p:cNvSpPr>
          <p:nvPr/>
        </p:nvSpPr>
        <p:spPr bwMode="auto">
          <a:xfrm>
            <a:off x="3649003" y="3851612"/>
            <a:ext cx="287850" cy="287850"/>
          </a:xfrm>
          <a:prstGeom prst="rect">
            <a:avLst/>
          </a:prstGeom>
          <a:solidFill>
            <a:srgbClr val="CFC0BE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</a:t>
            </a:r>
          </a:p>
        </p:txBody>
      </p:sp>
      <p:sp>
        <p:nvSpPr>
          <p:cNvPr id="225" name="Rechteck 16">
            <a:extLst>
              <a:ext uri="{FF2B5EF4-FFF2-40B4-BE49-F238E27FC236}">
                <a16:creationId xmlns:a16="http://schemas.microsoft.com/office/drawing/2014/main" id="{E3EDC251-9DF1-6845-9656-6FC918441E39}"/>
              </a:ext>
            </a:extLst>
          </p:cNvPr>
          <p:cNvSpPr>
            <a:spLocks noChangeAspect="1"/>
          </p:cNvSpPr>
          <p:nvPr/>
        </p:nvSpPr>
        <p:spPr bwMode="auto">
          <a:xfrm>
            <a:off x="626241" y="5629364"/>
            <a:ext cx="287850" cy="287850"/>
          </a:xfrm>
          <a:prstGeom prst="rect">
            <a:avLst/>
          </a:prstGeom>
          <a:solidFill>
            <a:srgbClr val="009B55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</a:p>
        </p:txBody>
      </p:sp>
      <p:sp>
        <p:nvSpPr>
          <p:cNvPr id="226" name="Rechteck 17">
            <a:extLst>
              <a:ext uri="{FF2B5EF4-FFF2-40B4-BE49-F238E27FC236}">
                <a16:creationId xmlns:a16="http://schemas.microsoft.com/office/drawing/2014/main" id="{8EA8589C-31E2-B148-883A-14503DE0E1CB}"/>
              </a:ext>
            </a:extLst>
          </p:cNvPr>
          <p:cNvSpPr>
            <a:spLocks noChangeAspect="1"/>
          </p:cNvSpPr>
          <p:nvPr/>
        </p:nvSpPr>
        <p:spPr bwMode="auto">
          <a:xfrm>
            <a:off x="962103" y="5629364"/>
            <a:ext cx="287850" cy="287850"/>
          </a:xfrm>
          <a:prstGeom prst="rect">
            <a:avLst/>
          </a:prstGeom>
          <a:solidFill>
            <a:srgbClr val="009B55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227" name="Rechteck 18">
            <a:extLst>
              <a:ext uri="{FF2B5EF4-FFF2-40B4-BE49-F238E27FC236}">
                <a16:creationId xmlns:a16="http://schemas.microsoft.com/office/drawing/2014/main" id="{218BA77E-45B1-BD43-A075-1A813B13E00B}"/>
              </a:ext>
            </a:extLst>
          </p:cNvPr>
          <p:cNvSpPr>
            <a:spLocks noChangeAspect="1"/>
          </p:cNvSpPr>
          <p:nvPr/>
        </p:nvSpPr>
        <p:spPr bwMode="auto">
          <a:xfrm>
            <a:off x="1297965" y="5629364"/>
            <a:ext cx="287850" cy="287850"/>
          </a:xfrm>
          <a:prstGeom prst="rect">
            <a:avLst/>
          </a:prstGeom>
          <a:solidFill>
            <a:srgbClr val="009B55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</a:t>
            </a:r>
          </a:p>
        </p:txBody>
      </p:sp>
      <p:sp>
        <p:nvSpPr>
          <p:cNvPr id="228" name="Rechteck 19">
            <a:extLst>
              <a:ext uri="{FF2B5EF4-FFF2-40B4-BE49-F238E27FC236}">
                <a16:creationId xmlns:a16="http://schemas.microsoft.com/office/drawing/2014/main" id="{032B371F-7B87-974A-B4A4-93183B2BCC89}"/>
              </a:ext>
            </a:extLst>
          </p:cNvPr>
          <p:cNvSpPr>
            <a:spLocks noChangeAspect="1"/>
          </p:cNvSpPr>
          <p:nvPr/>
        </p:nvSpPr>
        <p:spPr bwMode="auto">
          <a:xfrm>
            <a:off x="1633827" y="5629364"/>
            <a:ext cx="287850" cy="287850"/>
          </a:xfrm>
          <a:prstGeom prst="rect">
            <a:avLst/>
          </a:prstGeom>
          <a:solidFill>
            <a:srgbClr val="009B55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</a:t>
            </a:r>
          </a:p>
        </p:txBody>
      </p:sp>
      <p:sp>
        <p:nvSpPr>
          <p:cNvPr id="229" name="Rechteck 20">
            <a:extLst>
              <a:ext uri="{FF2B5EF4-FFF2-40B4-BE49-F238E27FC236}">
                <a16:creationId xmlns:a16="http://schemas.microsoft.com/office/drawing/2014/main" id="{619AEC5F-6C6C-C348-83DF-25B81D586906}"/>
              </a:ext>
            </a:extLst>
          </p:cNvPr>
          <p:cNvSpPr>
            <a:spLocks noChangeAspect="1"/>
          </p:cNvSpPr>
          <p:nvPr/>
        </p:nvSpPr>
        <p:spPr bwMode="auto">
          <a:xfrm>
            <a:off x="1969689" y="5629364"/>
            <a:ext cx="287850" cy="287850"/>
          </a:xfrm>
          <a:prstGeom prst="rect">
            <a:avLst/>
          </a:prstGeom>
          <a:solidFill>
            <a:srgbClr val="009B55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</a:t>
            </a:r>
          </a:p>
        </p:txBody>
      </p:sp>
      <p:sp>
        <p:nvSpPr>
          <p:cNvPr id="230" name="Rechteck 21">
            <a:extLst>
              <a:ext uri="{FF2B5EF4-FFF2-40B4-BE49-F238E27FC236}">
                <a16:creationId xmlns:a16="http://schemas.microsoft.com/office/drawing/2014/main" id="{0E62F170-587E-3D44-AD20-902442A41A57}"/>
              </a:ext>
            </a:extLst>
          </p:cNvPr>
          <p:cNvSpPr>
            <a:spLocks noChangeAspect="1"/>
          </p:cNvSpPr>
          <p:nvPr/>
        </p:nvSpPr>
        <p:spPr bwMode="auto">
          <a:xfrm>
            <a:off x="2305551" y="5629364"/>
            <a:ext cx="287850" cy="287850"/>
          </a:xfrm>
          <a:prstGeom prst="rect">
            <a:avLst/>
          </a:prstGeom>
          <a:solidFill>
            <a:srgbClr val="009B55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6</a:t>
            </a:r>
          </a:p>
        </p:txBody>
      </p:sp>
      <p:sp>
        <p:nvSpPr>
          <p:cNvPr id="231" name="Rechteck 22">
            <a:extLst>
              <a:ext uri="{FF2B5EF4-FFF2-40B4-BE49-F238E27FC236}">
                <a16:creationId xmlns:a16="http://schemas.microsoft.com/office/drawing/2014/main" id="{5CA3C7D5-3BBA-1F45-8762-2623B9DA8DD1}"/>
              </a:ext>
            </a:extLst>
          </p:cNvPr>
          <p:cNvSpPr>
            <a:spLocks noChangeAspect="1"/>
          </p:cNvSpPr>
          <p:nvPr/>
        </p:nvSpPr>
        <p:spPr bwMode="auto">
          <a:xfrm>
            <a:off x="2641413" y="5629364"/>
            <a:ext cx="287850" cy="287850"/>
          </a:xfrm>
          <a:prstGeom prst="rect">
            <a:avLst/>
          </a:prstGeom>
          <a:solidFill>
            <a:srgbClr val="009B55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7</a:t>
            </a:r>
          </a:p>
        </p:txBody>
      </p:sp>
      <p:sp>
        <p:nvSpPr>
          <p:cNvPr id="232" name="Rechteck 23">
            <a:extLst>
              <a:ext uri="{FF2B5EF4-FFF2-40B4-BE49-F238E27FC236}">
                <a16:creationId xmlns:a16="http://schemas.microsoft.com/office/drawing/2014/main" id="{C32F3A86-B3F0-604E-B2F5-C4AB59E88B37}"/>
              </a:ext>
            </a:extLst>
          </p:cNvPr>
          <p:cNvSpPr>
            <a:spLocks noChangeAspect="1"/>
          </p:cNvSpPr>
          <p:nvPr/>
        </p:nvSpPr>
        <p:spPr bwMode="auto">
          <a:xfrm>
            <a:off x="2977275" y="5629364"/>
            <a:ext cx="287850" cy="287850"/>
          </a:xfrm>
          <a:prstGeom prst="rect">
            <a:avLst/>
          </a:prstGeom>
          <a:solidFill>
            <a:srgbClr val="009B55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8</a:t>
            </a:r>
          </a:p>
        </p:txBody>
      </p:sp>
      <p:sp>
        <p:nvSpPr>
          <p:cNvPr id="233" name="Rechteck 24">
            <a:extLst>
              <a:ext uri="{FF2B5EF4-FFF2-40B4-BE49-F238E27FC236}">
                <a16:creationId xmlns:a16="http://schemas.microsoft.com/office/drawing/2014/main" id="{3C35B707-068C-F046-939B-3ADCA98904C5}"/>
              </a:ext>
            </a:extLst>
          </p:cNvPr>
          <p:cNvSpPr>
            <a:spLocks noChangeAspect="1"/>
          </p:cNvSpPr>
          <p:nvPr/>
        </p:nvSpPr>
        <p:spPr bwMode="auto">
          <a:xfrm>
            <a:off x="3313137" y="5629364"/>
            <a:ext cx="287850" cy="287850"/>
          </a:xfrm>
          <a:prstGeom prst="rect">
            <a:avLst/>
          </a:prstGeom>
          <a:solidFill>
            <a:srgbClr val="009B55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</a:t>
            </a:r>
          </a:p>
        </p:txBody>
      </p:sp>
      <p:sp>
        <p:nvSpPr>
          <p:cNvPr id="234" name="Rechteck 25">
            <a:extLst>
              <a:ext uri="{FF2B5EF4-FFF2-40B4-BE49-F238E27FC236}">
                <a16:creationId xmlns:a16="http://schemas.microsoft.com/office/drawing/2014/main" id="{77B2A63A-2924-0D45-86B9-43BA6E707F89}"/>
              </a:ext>
            </a:extLst>
          </p:cNvPr>
          <p:cNvSpPr>
            <a:spLocks noChangeAspect="1"/>
          </p:cNvSpPr>
          <p:nvPr/>
        </p:nvSpPr>
        <p:spPr bwMode="auto">
          <a:xfrm>
            <a:off x="3649003" y="5629364"/>
            <a:ext cx="287850" cy="287850"/>
          </a:xfrm>
          <a:prstGeom prst="rect">
            <a:avLst/>
          </a:prstGeom>
          <a:solidFill>
            <a:srgbClr val="009B55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</a:t>
            </a:r>
          </a:p>
        </p:txBody>
      </p:sp>
      <p:sp>
        <p:nvSpPr>
          <p:cNvPr id="235" name="Rechteck 16">
            <a:extLst>
              <a:ext uri="{FF2B5EF4-FFF2-40B4-BE49-F238E27FC236}">
                <a16:creationId xmlns:a16="http://schemas.microsoft.com/office/drawing/2014/main" id="{5DDE27D5-1B64-884E-AAB3-4767A2BD298F}"/>
              </a:ext>
            </a:extLst>
          </p:cNvPr>
          <p:cNvSpPr>
            <a:spLocks noChangeAspect="1"/>
          </p:cNvSpPr>
          <p:nvPr/>
        </p:nvSpPr>
        <p:spPr bwMode="auto">
          <a:xfrm>
            <a:off x="4050298" y="3851612"/>
            <a:ext cx="287850" cy="287850"/>
          </a:xfrm>
          <a:prstGeom prst="rect">
            <a:avLst/>
          </a:prstGeom>
          <a:solidFill>
            <a:srgbClr val="21C0FF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</a:p>
        </p:txBody>
      </p:sp>
      <p:sp>
        <p:nvSpPr>
          <p:cNvPr id="236" name="Rechteck 17">
            <a:extLst>
              <a:ext uri="{FF2B5EF4-FFF2-40B4-BE49-F238E27FC236}">
                <a16:creationId xmlns:a16="http://schemas.microsoft.com/office/drawing/2014/main" id="{32A466A4-7AA8-C84A-81DA-C76F006A77D7}"/>
              </a:ext>
            </a:extLst>
          </p:cNvPr>
          <p:cNvSpPr>
            <a:spLocks noChangeAspect="1"/>
          </p:cNvSpPr>
          <p:nvPr/>
        </p:nvSpPr>
        <p:spPr bwMode="auto">
          <a:xfrm>
            <a:off x="4386160" y="3851612"/>
            <a:ext cx="287850" cy="287850"/>
          </a:xfrm>
          <a:prstGeom prst="rect">
            <a:avLst/>
          </a:prstGeom>
          <a:solidFill>
            <a:srgbClr val="21C0FF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237" name="Rechteck 18">
            <a:extLst>
              <a:ext uri="{FF2B5EF4-FFF2-40B4-BE49-F238E27FC236}">
                <a16:creationId xmlns:a16="http://schemas.microsoft.com/office/drawing/2014/main" id="{C127770A-6A48-5B44-ABC5-CC920705DA17}"/>
              </a:ext>
            </a:extLst>
          </p:cNvPr>
          <p:cNvSpPr>
            <a:spLocks noChangeAspect="1"/>
          </p:cNvSpPr>
          <p:nvPr/>
        </p:nvSpPr>
        <p:spPr bwMode="auto">
          <a:xfrm>
            <a:off x="4722022" y="3851612"/>
            <a:ext cx="287850" cy="287850"/>
          </a:xfrm>
          <a:prstGeom prst="rect">
            <a:avLst/>
          </a:prstGeom>
          <a:solidFill>
            <a:srgbClr val="21C0FF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</a:t>
            </a:r>
          </a:p>
        </p:txBody>
      </p:sp>
      <p:sp>
        <p:nvSpPr>
          <p:cNvPr id="238" name="Rechteck 19">
            <a:extLst>
              <a:ext uri="{FF2B5EF4-FFF2-40B4-BE49-F238E27FC236}">
                <a16:creationId xmlns:a16="http://schemas.microsoft.com/office/drawing/2014/main" id="{BEFB6BFC-73CB-DA42-B699-C0E24EB502E0}"/>
              </a:ext>
            </a:extLst>
          </p:cNvPr>
          <p:cNvSpPr>
            <a:spLocks noChangeAspect="1"/>
          </p:cNvSpPr>
          <p:nvPr/>
        </p:nvSpPr>
        <p:spPr bwMode="auto">
          <a:xfrm>
            <a:off x="5057884" y="3851612"/>
            <a:ext cx="287850" cy="287850"/>
          </a:xfrm>
          <a:prstGeom prst="rect">
            <a:avLst/>
          </a:prstGeom>
          <a:solidFill>
            <a:srgbClr val="21C0FF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</a:t>
            </a:r>
          </a:p>
        </p:txBody>
      </p:sp>
      <p:sp>
        <p:nvSpPr>
          <p:cNvPr id="239" name="Rechteck 20">
            <a:extLst>
              <a:ext uri="{FF2B5EF4-FFF2-40B4-BE49-F238E27FC236}">
                <a16:creationId xmlns:a16="http://schemas.microsoft.com/office/drawing/2014/main" id="{39BCDC2C-FED1-DE4F-8E9A-92E176C472FD}"/>
              </a:ext>
            </a:extLst>
          </p:cNvPr>
          <p:cNvSpPr>
            <a:spLocks noChangeAspect="1"/>
          </p:cNvSpPr>
          <p:nvPr/>
        </p:nvSpPr>
        <p:spPr bwMode="auto">
          <a:xfrm>
            <a:off x="5393746" y="3851612"/>
            <a:ext cx="287850" cy="287850"/>
          </a:xfrm>
          <a:prstGeom prst="rect">
            <a:avLst/>
          </a:prstGeom>
          <a:solidFill>
            <a:srgbClr val="21C0FF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</a:t>
            </a:r>
          </a:p>
        </p:txBody>
      </p:sp>
      <p:sp>
        <p:nvSpPr>
          <p:cNvPr id="240" name="Rechteck 21">
            <a:extLst>
              <a:ext uri="{FF2B5EF4-FFF2-40B4-BE49-F238E27FC236}">
                <a16:creationId xmlns:a16="http://schemas.microsoft.com/office/drawing/2014/main" id="{CDC95E2A-34A1-4047-A5D4-938A37BDA5CA}"/>
              </a:ext>
            </a:extLst>
          </p:cNvPr>
          <p:cNvSpPr>
            <a:spLocks noChangeAspect="1"/>
          </p:cNvSpPr>
          <p:nvPr/>
        </p:nvSpPr>
        <p:spPr bwMode="auto">
          <a:xfrm>
            <a:off x="5729608" y="3851612"/>
            <a:ext cx="287850" cy="287850"/>
          </a:xfrm>
          <a:prstGeom prst="rect">
            <a:avLst/>
          </a:prstGeom>
          <a:solidFill>
            <a:srgbClr val="21C0FF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6</a:t>
            </a:r>
          </a:p>
        </p:txBody>
      </p:sp>
      <p:sp>
        <p:nvSpPr>
          <p:cNvPr id="241" name="Rechteck 22">
            <a:extLst>
              <a:ext uri="{FF2B5EF4-FFF2-40B4-BE49-F238E27FC236}">
                <a16:creationId xmlns:a16="http://schemas.microsoft.com/office/drawing/2014/main" id="{763B822D-874A-C54E-A3A3-45908A47473C}"/>
              </a:ext>
            </a:extLst>
          </p:cNvPr>
          <p:cNvSpPr>
            <a:spLocks noChangeAspect="1"/>
          </p:cNvSpPr>
          <p:nvPr/>
        </p:nvSpPr>
        <p:spPr bwMode="auto">
          <a:xfrm>
            <a:off x="6065470" y="3851612"/>
            <a:ext cx="287850" cy="287850"/>
          </a:xfrm>
          <a:prstGeom prst="rect">
            <a:avLst/>
          </a:prstGeom>
          <a:solidFill>
            <a:srgbClr val="21C0FF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7</a:t>
            </a:r>
          </a:p>
        </p:txBody>
      </p:sp>
      <p:sp>
        <p:nvSpPr>
          <p:cNvPr id="242" name="Rechteck 23">
            <a:extLst>
              <a:ext uri="{FF2B5EF4-FFF2-40B4-BE49-F238E27FC236}">
                <a16:creationId xmlns:a16="http://schemas.microsoft.com/office/drawing/2014/main" id="{BF946080-B4AB-1F41-84F3-6DB0F2799193}"/>
              </a:ext>
            </a:extLst>
          </p:cNvPr>
          <p:cNvSpPr>
            <a:spLocks noChangeAspect="1"/>
          </p:cNvSpPr>
          <p:nvPr/>
        </p:nvSpPr>
        <p:spPr bwMode="auto">
          <a:xfrm>
            <a:off x="6401332" y="3851612"/>
            <a:ext cx="287850" cy="287850"/>
          </a:xfrm>
          <a:prstGeom prst="rect">
            <a:avLst/>
          </a:prstGeom>
          <a:solidFill>
            <a:srgbClr val="21C0FF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8</a:t>
            </a:r>
          </a:p>
        </p:txBody>
      </p:sp>
      <p:sp>
        <p:nvSpPr>
          <p:cNvPr id="243" name="Rechteck 24">
            <a:extLst>
              <a:ext uri="{FF2B5EF4-FFF2-40B4-BE49-F238E27FC236}">
                <a16:creationId xmlns:a16="http://schemas.microsoft.com/office/drawing/2014/main" id="{6D5CE0E4-5010-4A47-AA74-92BA7D2B0E84}"/>
              </a:ext>
            </a:extLst>
          </p:cNvPr>
          <p:cNvSpPr>
            <a:spLocks noChangeAspect="1"/>
          </p:cNvSpPr>
          <p:nvPr/>
        </p:nvSpPr>
        <p:spPr bwMode="auto">
          <a:xfrm>
            <a:off x="6737194" y="3851612"/>
            <a:ext cx="287850" cy="287850"/>
          </a:xfrm>
          <a:prstGeom prst="rect">
            <a:avLst/>
          </a:prstGeom>
          <a:solidFill>
            <a:srgbClr val="21C0FF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</a:t>
            </a:r>
          </a:p>
        </p:txBody>
      </p:sp>
      <p:sp>
        <p:nvSpPr>
          <p:cNvPr id="244" name="Rechteck 25">
            <a:extLst>
              <a:ext uri="{FF2B5EF4-FFF2-40B4-BE49-F238E27FC236}">
                <a16:creationId xmlns:a16="http://schemas.microsoft.com/office/drawing/2014/main" id="{8350CEA8-2795-BC4C-8128-7A3E34A7C5CE}"/>
              </a:ext>
            </a:extLst>
          </p:cNvPr>
          <p:cNvSpPr>
            <a:spLocks noChangeAspect="1"/>
          </p:cNvSpPr>
          <p:nvPr/>
        </p:nvSpPr>
        <p:spPr bwMode="auto">
          <a:xfrm>
            <a:off x="7073060" y="3851612"/>
            <a:ext cx="287850" cy="287850"/>
          </a:xfrm>
          <a:prstGeom prst="rect">
            <a:avLst/>
          </a:prstGeom>
          <a:solidFill>
            <a:srgbClr val="21C0FF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</a:t>
            </a:r>
          </a:p>
        </p:txBody>
      </p:sp>
      <p:sp>
        <p:nvSpPr>
          <p:cNvPr id="245" name="Rechteck 16">
            <a:extLst>
              <a:ext uri="{FF2B5EF4-FFF2-40B4-BE49-F238E27FC236}">
                <a16:creationId xmlns:a16="http://schemas.microsoft.com/office/drawing/2014/main" id="{33909377-AE11-CF4D-8C37-11EFDD457227}"/>
              </a:ext>
            </a:extLst>
          </p:cNvPr>
          <p:cNvSpPr>
            <a:spLocks noChangeAspect="1"/>
          </p:cNvSpPr>
          <p:nvPr/>
        </p:nvSpPr>
        <p:spPr bwMode="auto">
          <a:xfrm>
            <a:off x="4050298" y="4175480"/>
            <a:ext cx="287850" cy="287850"/>
          </a:xfrm>
          <a:prstGeom prst="rect">
            <a:avLst/>
          </a:prstGeom>
          <a:solidFill>
            <a:srgbClr val="0057C6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</a:p>
        </p:txBody>
      </p:sp>
      <p:sp>
        <p:nvSpPr>
          <p:cNvPr id="246" name="Rechteck 17">
            <a:extLst>
              <a:ext uri="{FF2B5EF4-FFF2-40B4-BE49-F238E27FC236}">
                <a16:creationId xmlns:a16="http://schemas.microsoft.com/office/drawing/2014/main" id="{F6EDD08F-E23D-344C-82F9-414AA380FE60}"/>
              </a:ext>
            </a:extLst>
          </p:cNvPr>
          <p:cNvSpPr>
            <a:spLocks noChangeAspect="1"/>
          </p:cNvSpPr>
          <p:nvPr/>
        </p:nvSpPr>
        <p:spPr bwMode="auto">
          <a:xfrm>
            <a:off x="4386160" y="4175480"/>
            <a:ext cx="287850" cy="287850"/>
          </a:xfrm>
          <a:prstGeom prst="rect">
            <a:avLst/>
          </a:prstGeom>
          <a:solidFill>
            <a:srgbClr val="0057C6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247" name="Rechteck 18">
            <a:extLst>
              <a:ext uri="{FF2B5EF4-FFF2-40B4-BE49-F238E27FC236}">
                <a16:creationId xmlns:a16="http://schemas.microsoft.com/office/drawing/2014/main" id="{224E345E-B79E-DC47-97CE-AD63FDDBAAF2}"/>
              </a:ext>
            </a:extLst>
          </p:cNvPr>
          <p:cNvSpPr>
            <a:spLocks noChangeAspect="1"/>
          </p:cNvSpPr>
          <p:nvPr/>
        </p:nvSpPr>
        <p:spPr bwMode="auto">
          <a:xfrm>
            <a:off x="4722022" y="4175480"/>
            <a:ext cx="287850" cy="287850"/>
          </a:xfrm>
          <a:prstGeom prst="rect">
            <a:avLst/>
          </a:prstGeom>
          <a:solidFill>
            <a:srgbClr val="0057C6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</a:t>
            </a:r>
          </a:p>
        </p:txBody>
      </p:sp>
      <p:sp>
        <p:nvSpPr>
          <p:cNvPr id="248" name="Rechteck 19">
            <a:extLst>
              <a:ext uri="{FF2B5EF4-FFF2-40B4-BE49-F238E27FC236}">
                <a16:creationId xmlns:a16="http://schemas.microsoft.com/office/drawing/2014/main" id="{C8006E43-D48B-D74E-822B-28B55767AFFA}"/>
              </a:ext>
            </a:extLst>
          </p:cNvPr>
          <p:cNvSpPr>
            <a:spLocks noChangeAspect="1"/>
          </p:cNvSpPr>
          <p:nvPr/>
        </p:nvSpPr>
        <p:spPr bwMode="auto">
          <a:xfrm>
            <a:off x="5057884" y="4175480"/>
            <a:ext cx="287850" cy="287850"/>
          </a:xfrm>
          <a:prstGeom prst="rect">
            <a:avLst/>
          </a:prstGeom>
          <a:solidFill>
            <a:srgbClr val="0057C6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</a:t>
            </a:r>
          </a:p>
        </p:txBody>
      </p:sp>
      <p:sp>
        <p:nvSpPr>
          <p:cNvPr id="249" name="Rechteck 20">
            <a:extLst>
              <a:ext uri="{FF2B5EF4-FFF2-40B4-BE49-F238E27FC236}">
                <a16:creationId xmlns:a16="http://schemas.microsoft.com/office/drawing/2014/main" id="{2819DE40-D467-664F-A1DC-C3960B47641D}"/>
              </a:ext>
            </a:extLst>
          </p:cNvPr>
          <p:cNvSpPr>
            <a:spLocks noChangeAspect="1"/>
          </p:cNvSpPr>
          <p:nvPr/>
        </p:nvSpPr>
        <p:spPr bwMode="auto">
          <a:xfrm>
            <a:off x="5393746" y="4175480"/>
            <a:ext cx="287850" cy="287850"/>
          </a:xfrm>
          <a:prstGeom prst="rect">
            <a:avLst/>
          </a:prstGeom>
          <a:solidFill>
            <a:srgbClr val="0057C6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</a:t>
            </a:r>
          </a:p>
        </p:txBody>
      </p:sp>
      <p:sp>
        <p:nvSpPr>
          <p:cNvPr id="250" name="Rechteck 21">
            <a:extLst>
              <a:ext uri="{FF2B5EF4-FFF2-40B4-BE49-F238E27FC236}">
                <a16:creationId xmlns:a16="http://schemas.microsoft.com/office/drawing/2014/main" id="{A033B873-4068-754C-A606-B5B09C8E979D}"/>
              </a:ext>
            </a:extLst>
          </p:cNvPr>
          <p:cNvSpPr>
            <a:spLocks noChangeAspect="1"/>
          </p:cNvSpPr>
          <p:nvPr/>
        </p:nvSpPr>
        <p:spPr bwMode="auto">
          <a:xfrm>
            <a:off x="5729608" y="4175480"/>
            <a:ext cx="287850" cy="287850"/>
          </a:xfrm>
          <a:prstGeom prst="rect">
            <a:avLst/>
          </a:prstGeom>
          <a:solidFill>
            <a:srgbClr val="0057C6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6</a:t>
            </a:r>
          </a:p>
        </p:txBody>
      </p:sp>
      <p:sp>
        <p:nvSpPr>
          <p:cNvPr id="251" name="Rechteck 22">
            <a:extLst>
              <a:ext uri="{FF2B5EF4-FFF2-40B4-BE49-F238E27FC236}">
                <a16:creationId xmlns:a16="http://schemas.microsoft.com/office/drawing/2014/main" id="{578C4C21-DDF5-C64B-87A6-97D9E1BFCADA}"/>
              </a:ext>
            </a:extLst>
          </p:cNvPr>
          <p:cNvSpPr>
            <a:spLocks noChangeAspect="1"/>
          </p:cNvSpPr>
          <p:nvPr/>
        </p:nvSpPr>
        <p:spPr bwMode="auto">
          <a:xfrm>
            <a:off x="6065470" y="4175480"/>
            <a:ext cx="287850" cy="287850"/>
          </a:xfrm>
          <a:prstGeom prst="rect">
            <a:avLst/>
          </a:prstGeom>
          <a:solidFill>
            <a:srgbClr val="0057C6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7</a:t>
            </a:r>
          </a:p>
        </p:txBody>
      </p:sp>
      <p:sp>
        <p:nvSpPr>
          <p:cNvPr id="252" name="Rechteck 23">
            <a:extLst>
              <a:ext uri="{FF2B5EF4-FFF2-40B4-BE49-F238E27FC236}">
                <a16:creationId xmlns:a16="http://schemas.microsoft.com/office/drawing/2014/main" id="{644946CA-6BFE-0B4F-8226-1AED6A47E37F}"/>
              </a:ext>
            </a:extLst>
          </p:cNvPr>
          <p:cNvSpPr>
            <a:spLocks noChangeAspect="1"/>
          </p:cNvSpPr>
          <p:nvPr/>
        </p:nvSpPr>
        <p:spPr bwMode="auto">
          <a:xfrm>
            <a:off x="6401332" y="4175480"/>
            <a:ext cx="287850" cy="287850"/>
          </a:xfrm>
          <a:prstGeom prst="rect">
            <a:avLst/>
          </a:prstGeom>
          <a:solidFill>
            <a:srgbClr val="0057C6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8</a:t>
            </a:r>
          </a:p>
        </p:txBody>
      </p:sp>
      <p:sp>
        <p:nvSpPr>
          <p:cNvPr id="253" name="Rechteck 24">
            <a:extLst>
              <a:ext uri="{FF2B5EF4-FFF2-40B4-BE49-F238E27FC236}">
                <a16:creationId xmlns:a16="http://schemas.microsoft.com/office/drawing/2014/main" id="{46633B76-0A75-7949-921D-3AD689C7F520}"/>
              </a:ext>
            </a:extLst>
          </p:cNvPr>
          <p:cNvSpPr>
            <a:spLocks noChangeAspect="1"/>
          </p:cNvSpPr>
          <p:nvPr/>
        </p:nvSpPr>
        <p:spPr bwMode="auto">
          <a:xfrm>
            <a:off x="6737194" y="4175480"/>
            <a:ext cx="287850" cy="287850"/>
          </a:xfrm>
          <a:prstGeom prst="rect">
            <a:avLst/>
          </a:prstGeom>
          <a:solidFill>
            <a:srgbClr val="0057C6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</a:t>
            </a:r>
          </a:p>
        </p:txBody>
      </p:sp>
      <p:sp>
        <p:nvSpPr>
          <p:cNvPr id="254" name="Rechteck 25">
            <a:extLst>
              <a:ext uri="{FF2B5EF4-FFF2-40B4-BE49-F238E27FC236}">
                <a16:creationId xmlns:a16="http://schemas.microsoft.com/office/drawing/2014/main" id="{1F6422F1-7EFA-AA4E-BF73-891AE6B76797}"/>
              </a:ext>
            </a:extLst>
          </p:cNvPr>
          <p:cNvSpPr>
            <a:spLocks noChangeAspect="1"/>
          </p:cNvSpPr>
          <p:nvPr/>
        </p:nvSpPr>
        <p:spPr bwMode="auto">
          <a:xfrm>
            <a:off x="7073060" y="4175480"/>
            <a:ext cx="287850" cy="287850"/>
          </a:xfrm>
          <a:prstGeom prst="rect">
            <a:avLst/>
          </a:prstGeom>
          <a:solidFill>
            <a:srgbClr val="0057C6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</a:t>
            </a:r>
          </a:p>
        </p:txBody>
      </p:sp>
      <p:sp>
        <p:nvSpPr>
          <p:cNvPr id="255" name="Rechteck 16">
            <a:extLst>
              <a:ext uri="{FF2B5EF4-FFF2-40B4-BE49-F238E27FC236}">
                <a16:creationId xmlns:a16="http://schemas.microsoft.com/office/drawing/2014/main" id="{033A178B-7E58-C440-947E-313FFC26C488}"/>
              </a:ext>
            </a:extLst>
          </p:cNvPr>
          <p:cNvSpPr>
            <a:spLocks noChangeAspect="1"/>
          </p:cNvSpPr>
          <p:nvPr/>
        </p:nvSpPr>
        <p:spPr bwMode="auto">
          <a:xfrm>
            <a:off x="626241" y="5305465"/>
            <a:ext cx="287850" cy="287850"/>
          </a:xfrm>
          <a:prstGeom prst="rect">
            <a:avLst/>
          </a:prstGeom>
          <a:solidFill>
            <a:srgbClr val="14DA79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</a:p>
        </p:txBody>
      </p:sp>
      <p:sp>
        <p:nvSpPr>
          <p:cNvPr id="256" name="Rechteck 17">
            <a:extLst>
              <a:ext uri="{FF2B5EF4-FFF2-40B4-BE49-F238E27FC236}">
                <a16:creationId xmlns:a16="http://schemas.microsoft.com/office/drawing/2014/main" id="{B683FD1C-4500-0445-9978-06D13BE91575}"/>
              </a:ext>
            </a:extLst>
          </p:cNvPr>
          <p:cNvSpPr>
            <a:spLocks noChangeAspect="1"/>
          </p:cNvSpPr>
          <p:nvPr/>
        </p:nvSpPr>
        <p:spPr bwMode="auto">
          <a:xfrm>
            <a:off x="962103" y="5305465"/>
            <a:ext cx="287850" cy="287850"/>
          </a:xfrm>
          <a:prstGeom prst="rect">
            <a:avLst/>
          </a:prstGeom>
          <a:solidFill>
            <a:srgbClr val="14DA79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257" name="Rechteck 18">
            <a:extLst>
              <a:ext uri="{FF2B5EF4-FFF2-40B4-BE49-F238E27FC236}">
                <a16:creationId xmlns:a16="http://schemas.microsoft.com/office/drawing/2014/main" id="{80BA5943-51DA-B74F-B908-745E9CC05975}"/>
              </a:ext>
            </a:extLst>
          </p:cNvPr>
          <p:cNvSpPr>
            <a:spLocks noChangeAspect="1"/>
          </p:cNvSpPr>
          <p:nvPr/>
        </p:nvSpPr>
        <p:spPr bwMode="auto">
          <a:xfrm>
            <a:off x="1297965" y="5305465"/>
            <a:ext cx="287850" cy="287850"/>
          </a:xfrm>
          <a:prstGeom prst="rect">
            <a:avLst/>
          </a:prstGeom>
          <a:solidFill>
            <a:srgbClr val="14DA79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</a:t>
            </a:r>
          </a:p>
        </p:txBody>
      </p:sp>
      <p:sp>
        <p:nvSpPr>
          <p:cNvPr id="258" name="Rechteck 19">
            <a:extLst>
              <a:ext uri="{FF2B5EF4-FFF2-40B4-BE49-F238E27FC236}">
                <a16:creationId xmlns:a16="http://schemas.microsoft.com/office/drawing/2014/main" id="{C05658BD-A2DD-B145-B68D-3F742321C193}"/>
              </a:ext>
            </a:extLst>
          </p:cNvPr>
          <p:cNvSpPr>
            <a:spLocks noChangeAspect="1"/>
          </p:cNvSpPr>
          <p:nvPr/>
        </p:nvSpPr>
        <p:spPr bwMode="auto">
          <a:xfrm>
            <a:off x="1633827" y="5305465"/>
            <a:ext cx="287850" cy="287850"/>
          </a:xfrm>
          <a:prstGeom prst="rect">
            <a:avLst/>
          </a:prstGeom>
          <a:solidFill>
            <a:srgbClr val="14DA79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</a:t>
            </a:r>
          </a:p>
        </p:txBody>
      </p:sp>
      <p:sp>
        <p:nvSpPr>
          <p:cNvPr id="259" name="Rechteck 20">
            <a:extLst>
              <a:ext uri="{FF2B5EF4-FFF2-40B4-BE49-F238E27FC236}">
                <a16:creationId xmlns:a16="http://schemas.microsoft.com/office/drawing/2014/main" id="{73EFEB9A-D1F6-164B-80A9-8A7F45C4C9E2}"/>
              </a:ext>
            </a:extLst>
          </p:cNvPr>
          <p:cNvSpPr>
            <a:spLocks noChangeAspect="1"/>
          </p:cNvSpPr>
          <p:nvPr/>
        </p:nvSpPr>
        <p:spPr bwMode="auto">
          <a:xfrm>
            <a:off x="1969689" y="5305465"/>
            <a:ext cx="287850" cy="287850"/>
          </a:xfrm>
          <a:prstGeom prst="rect">
            <a:avLst/>
          </a:prstGeom>
          <a:solidFill>
            <a:srgbClr val="14DA79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</a:t>
            </a:r>
          </a:p>
        </p:txBody>
      </p:sp>
      <p:sp>
        <p:nvSpPr>
          <p:cNvPr id="260" name="Rechteck 21">
            <a:extLst>
              <a:ext uri="{FF2B5EF4-FFF2-40B4-BE49-F238E27FC236}">
                <a16:creationId xmlns:a16="http://schemas.microsoft.com/office/drawing/2014/main" id="{CA370457-E2C1-6040-BD46-77C8475BDBB9}"/>
              </a:ext>
            </a:extLst>
          </p:cNvPr>
          <p:cNvSpPr>
            <a:spLocks noChangeAspect="1"/>
          </p:cNvSpPr>
          <p:nvPr/>
        </p:nvSpPr>
        <p:spPr bwMode="auto">
          <a:xfrm>
            <a:off x="2305551" y="5305465"/>
            <a:ext cx="287850" cy="287850"/>
          </a:xfrm>
          <a:prstGeom prst="rect">
            <a:avLst/>
          </a:prstGeom>
          <a:solidFill>
            <a:srgbClr val="14DA79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6</a:t>
            </a:r>
          </a:p>
        </p:txBody>
      </p:sp>
      <p:sp>
        <p:nvSpPr>
          <p:cNvPr id="261" name="Rechteck 22">
            <a:extLst>
              <a:ext uri="{FF2B5EF4-FFF2-40B4-BE49-F238E27FC236}">
                <a16:creationId xmlns:a16="http://schemas.microsoft.com/office/drawing/2014/main" id="{8ACA9E91-6615-1443-B487-30F512E2E0EE}"/>
              </a:ext>
            </a:extLst>
          </p:cNvPr>
          <p:cNvSpPr>
            <a:spLocks noChangeAspect="1"/>
          </p:cNvSpPr>
          <p:nvPr/>
        </p:nvSpPr>
        <p:spPr bwMode="auto">
          <a:xfrm>
            <a:off x="2641413" y="5305465"/>
            <a:ext cx="287850" cy="287850"/>
          </a:xfrm>
          <a:prstGeom prst="rect">
            <a:avLst/>
          </a:prstGeom>
          <a:solidFill>
            <a:srgbClr val="14DA79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7</a:t>
            </a:r>
          </a:p>
        </p:txBody>
      </p:sp>
      <p:sp>
        <p:nvSpPr>
          <p:cNvPr id="262" name="Rechteck 23">
            <a:extLst>
              <a:ext uri="{FF2B5EF4-FFF2-40B4-BE49-F238E27FC236}">
                <a16:creationId xmlns:a16="http://schemas.microsoft.com/office/drawing/2014/main" id="{A0C7015E-F6AE-AB47-A8DB-ADD5D14DCFB3}"/>
              </a:ext>
            </a:extLst>
          </p:cNvPr>
          <p:cNvSpPr>
            <a:spLocks noChangeAspect="1"/>
          </p:cNvSpPr>
          <p:nvPr/>
        </p:nvSpPr>
        <p:spPr bwMode="auto">
          <a:xfrm>
            <a:off x="2977275" y="5305465"/>
            <a:ext cx="287850" cy="287850"/>
          </a:xfrm>
          <a:prstGeom prst="rect">
            <a:avLst/>
          </a:prstGeom>
          <a:solidFill>
            <a:srgbClr val="14DA79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8</a:t>
            </a:r>
          </a:p>
        </p:txBody>
      </p:sp>
      <p:sp>
        <p:nvSpPr>
          <p:cNvPr id="263" name="Rechteck 24">
            <a:extLst>
              <a:ext uri="{FF2B5EF4-FFF2-40B4-BE49-F238E27FC236}">
                <a16:creationId xmlns:a16="http://schemas.microsoft.com/office/drawing/2014/main" id="{62FB2262-2BBB-F44C-9E5B-E01DA0A4FD06}"/>
              </a:ext>
            </a:extLst>
          </p:cNvPr>
          <p:cNvSpPr>
            <a:spLocks noChangeAspect="1"/>
          </p:cNvSpPr>
          <p:nvPr/>
        </p:nvSpPr>
        <p:spPr bwMode="auto">
          <a:xfrm>
            <a:off x="3313137" y="5305465"/>
            <a:ext cx="287850" cy="287850"/>
          </a:xfrm>
          <a:prstGeom prst="rect">
            <a:avLst/>
          </a:prstGeom>
          <a:solidFill>
            <a:srgbClr val="14DA79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</a:t>
            </a:r>
          </a:p>
        </p:txBody>
      </p:sp>
      <p:sp>
        <p:nvSpPr>
          <p:cNvPr id="264" name="Rechteck 25">
            <a:extLst>
              <a:ext uri="{FF2B5EF4-FFF2-40B4-BE49-F238E27FC236}">
                <a16:creationId xmlns:a16="http://schemas.microsoft.com/office/drawing/2014/main" id="{E8740243-27A0-FD4A-8CBE-19F086A26F92}"/>
              </a:ext>
            </a:extLst>
          </p:cNvPr>
          <p:cNvSpPr>
            <a:spLocks noChangeAspect="1"/>
          </p:cNvSpPr>
          <p:nvPr/>
        </p:nvSpPr>
        <p:spPr bwMode="auto">
          <a:xfrm>
            <a:off x="3649003" y="5305465"/>
            <a:ext cx="287850" cy="287850"/>
          </a:xfrm>
          <a:prstGeom prst="rect">
            <a:avLst/>
          </a:prstGeom>
          <a:solidFill>
            <a:srgbClr val="14DA79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</a:t>
            </a:r>
          </a:p>
        </p:txBody>
      </p:sp>
      <p:sp>
        <p:nvSpPr>
          <p:cNvPr id="265" name="Rechteck 16">
            <a:extLst>
              <a:ext uri="{FF2B5EF4-FFF2-40B4-BE49-F238E27FC236}">
                <a16:creationId xmlns:a16="http://schemas.microsoft.com/office/drawing/2014/main" id="{551DF171-6C5C-C245-B72F-984122B46841}"/>
              </a:ext>
            </a:extLst>
          </p:cNvPr>
          <p:cNvSpPr>
            <a:spLocks noChangeAspect="1"/>
          </p:cNvSpPr>
          <p:nvPr/>
        </p:nvSpPr>
        <p:spPr bwMode="auto">
          <a:xfrm>
            <a:off x="4050298" y="4577426"/>
            <a:ext cx="287850" cy="287850"/>
          </a:xfrm>
          <a:prstGeom prst="rect">
            <a:avLst/>
          </a:prstGeom>
          <a:solidFill>
            <a:srgbClr val="F6E600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</a:p>
        </p:txBody>
      </p:sp>
      <p:sp>
        <p:nvSpPr>
          <p:cNvPr id="266" name="Rechteck 17">
            <a:extLst>
              <a:ext uri="{FF2B5EF4-FFF2-40B4-BE49-F238E27FC236}">
                <a16:creationId xmlns:a16="http://schemas.microsoft.com/office/drawing/2014/main" id="{AF22236B-0D47-FC45-86EC-399F9DB87352}"/>
              </a:ext>
            </a:extLst>
          </p:cNvPr>
          <p:cNvSpPr>
            <a:spLocks noChangeAspect="1"/>
          </p:cNvSpPr>
          <p:nvPr/>
        </p:nvSpPr>
        <p:spPr bwMode="auto">
          <a:xfrm>
            <a:off x="4386160" y="4577426"/>
            <a:ext cx="287850" cy="287850"/>
          </a:xfrm>
          <a:prstGeom prst="rect">
            <a:avLst/>
          </a:prstGeom>
          <a:solidFill>
            <a:srgbClr val="F6E600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267" name="Rechteck 18">
            <a:extLst>
              <a:ext uri="{FF2B5EF4-FFF2-40B4-BE49-F238E27FC236}">
                <a16:creationId xmlns:a16="http://schemas.microsoft.com/office/drawing/2014/main" id="{49612844-BAAB-4644-8AB4-6A94B6F7AA53}"/>
              </a:ext>
            </a:extLst>
          </p:cNvPr>
          <p:cNvSpPr>
            <a:spLocks noChangeAspect="1"/>
          </p:cNvSpPr>
          <p:nvPr/>
        </p:nvSpPr>
        <p:spPr bwMode="auto">
          <a:xfrm>
            <a:off x="4722022" y="4577426"/>
            <a:ext cx="287850" cy="287850"/>
          </a:xfrm>
          <a:prstGeom prst="rect">
            <a:avLst/>
          </a:prstGeom>
          <a:solidFill>
            <a:srgbClr val="F6E600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</a:t>
            </a:r>
          </a:p>
        </p:txBody>
      </p:sp>
      <p:sp>
        <p:nvSpPr>
          <p:cNvPr id="268" name="Rechteck 19">
            <a:extLst>
              <a:ext uri="{FF2B5EF4-FFF2-40B4-BE49-F238E27FC236}">
                <a16:creationId xmlns:a16="http://schemas.microsoft.com/office/drawing/2014/main" id="{668D4C37-BC9B-9243-B9C9-51D70651F67A}"/>
              </a:ext>
            </a:extLst>
          </p:cNvPr>
          <p:cNvSpPr>
            <a:spLocks noChangeAspect="1"/>
          </p:cNvSpPr>
          <p:nvPr/>
        </p:nvSpPr>
        <p:spPr bwMode="auto">
          <a:xfrm>
            <a:off x="5057884" y="4577426"/>
            <a:ext cx="287850" cy="287850"/>
          </a:xfrm>
          <a:prstGeom prst="rect">
            <a:avLst/>
          </a:prstGeom>
          <a:solidFill>
            <a:srgbClr val="F6E600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</a:t>
            </a:r>
          </a:p>
        </p:txBody>
      </p:sp>
      <p:sp>
        <p:nvSpPr>
          <p:cNvPr id="269" name="Rechteck 20">
            <a:extLst>
              <a:ext uri="{FF2B5EF4-FFF2-40B4-BE49-F238E27FC236}">
                <a16:creationId xmlns:a16="http://schemas.microsoft.com/office/drawing/2014/main" id="{6F03AE11-6EC7-F94D-891D-6448FDAEE248}"/>
              </a:ext>
            </a:extLst>
          </p:cNvPr>
          <p:cNvSpPr>
            <a:spLocks noChangeAspect="1"/>
          </p:cNvSpPr>
          <p:nvPr/>
        </p:nvSpPr>
        <p:spPr bwMode="auto">
          <a:xfrm>
            <a:off x="5393746" y="4577426"/>
            <a:ext cx="287850" cy="287850"/>
          </a:xfrm>
          <a:prstGeom prst="rect">
            <a:avLst/>
          </a:prstGeom>
          <a:solidFill>
            <a:srgbClr val="F6E600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</a:t>
            </a:r>
          </a:p>
        </p:txBody>
      </p:sp>
      <p:sp>
        <p:nvSpPr>
          <p:cNvPr id="270" name="Rechteck 21">
            <a:extLst>
              <a:ext uri="{FF2B5EF4-FFF2-40B4-BE49-F238E27FC236}">
                <a16:creationId xmlns:a16="http://schemas.microsoft.com/office/drawing/2014/main" id="{4D22BB12-74E4-B64C-B402-07597E48381A}"/>
              </a:ext>
            </a:extLst>
          </p:cNvPr>
          <p:cNvSpPr>
            <a:spLocks noChangeAspect="1"/>
          </p:cNvSpPr>
          <p:nvPr/>
        </p:nvSpPr>
        <p:spPr bwMode="auto">
          <a:xfrm>
            <a:off x="5729608" y="4577426"/>
            <a:ext cx="287850" cy="287850"/>
          </a:xfrm>
          <a:prstGeom prst="rect">
            <a:avLst/>
          </a:prstGeom>
          <a:solidFill>
            <a:srgbClr val="F6E600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6</a:t>
            </a:r>
          </a:p>
        </p:txBody>
      </p:sp>
      <p:sp>
        <p:nvSpPr>
          <p:cNvPr id="271" name="Rechteck 22">
            <a:extLst>
              <a:ext uri="{FF2B5EF4-FFF2-40B4-BE49-F238E27FC236}">
                <a16:creationId xmlns:a16="http://schemas.microsoft.com/office/drawing/2014/main" id="{3D6879B2-F309-A248-841B-0BBB97978EAE}"/>
              </a:ext>
            </a:extLst>
          </p:cNvPr>
          <p:cNvSpPr>
            <a:spLocks noChangeAspect="1"/>
          </p:cNvSpPr>
          <p:nvPr/>
        </p:nvSpPr>
        <p:spPr bwMode="auto">
          <a:xfrm>
            <a:off x="6065470" y="4577426"/>
            <a:ext cx="287850" cy="287850"/>
          </a:xfrm>
          <a:prstGeom prst="rect">
            <a:avLst/>
          </a:prstGeom>
          <a:solidFill>
            <a:srgbClr val="F6E600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7</a:t>
            </a:r>
          </a:p>
        </p:txBody>
      </p:sp>
      <p:sp>
        <p:nvSpPr>
          <p:cNvPr id="272" name="Rechteck 23">
            <a:extLst>
              <a:ext uri="{FF2B5EF4-FFF2-40B4-BE49-F238E27FC236}">
                <a16:creationId xmlns:a16="http://schemas.microsoft.com/office/drawing/2014/main" id="{AEE1503C-FCE9-834B-8424-2E08E3FF6AB3}"/>
              </a:ext>
            </a:extLst>
          </p:cNvPr>
          <p:cNvSpPr>
            <a:spLocks noChangeAspect="1"/>
          </p:cNvSpPr>
          <p:nvPr/>
        </p:nvSpPr>
        <p:spPr bwMode="auto">
          <a:xfrm>
            <a:off x="6401332" y="4577426"/>
            <a:ext cx="287850" cy="287850"/>
          </a:xfrm>
          <a:prstGeom prst="rect">
            <a:avLst/>
          </a:prstGeom>
          <a:solidFill>
            <a:srgbClr val="F6E600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8</a:t>
            </a:r>
          </a:p>
        </p:txBody>
      </p:sp>
      <p:sp>
        <p:nvSpPr>
          <p:cNvPr id="273" name="Rechteck 24">
            <a:extLst>
              <a:ext uri="{FF2B5EF4-FFF2-40B4-BE49-F238E27FC236}">
                <a16:creationId xmlns:a16="http://schemas.microsoft.com/office/drawing/2014/main" id="{A0FC4E4E-1FB8-CA45-B00C-7ECF9DBB2D57}"/>
              </a:ext>
            </a:extLst>
          </p:cNvPr>
          <p:cNvSpPr>
            <a:spLocks noChangeAspect="1"/>
          </p:cNvSpPr>
          <p:nvPr/>
        </p:nvSpPr>
        <p:spPr bwMode="auto">
          <a:xfrm>
            <a:off x="6737194" y="4577426"/>
            <a:ext cx="287850" cy="287850"/>
          </a:xfrm>
          <a:prstGeom prst="rect">
            <a:avLst/>
          </a:prstGeom>
          <a:solidFill>
            <a:srgbClr val="F6E600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</a:t>
            </a:r>
          </a:p>
        </p:txBody>
      </p:sp>
      <p:sp>
        <p:nvSpPr>
          <p:cNvPr id="274" name="Rechteck 25">
            <a:extLst>
              <a:ext uri="{FF2B5EF4-FFF2-40B4-BE49-F238E27FC236}">
                <a16:creationId xmlns:a16="http://schemas.microsoft.com/office/drawing/2014/main" id="{FE5CC2F2-C1F6-1143-836D-B5D7545FB3F3}"/>
              </a:ext>
            </a:extLst>
          </p:cNvPr>
          <p:cNvSpPr>
            <a:spLocks noChangeAspect="1"/>
          </p:cNvSpPr>
          <p:nvPr/>
        </p:nvSpPr>
        <p:spPr bwMode="auto">
          <a:xfrm>
            <a:off x="7073060" y="4577426"/>
            <a:ext cx="287850" cy="287850"/>
          </a:xfrm>
          <a:prstGeom prst="rect">
            <a:avLst/>
          </a:prstGeom>
          <a:solidFill>
            <a:srgbClr val="F6E600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</a:t>
            </a:r>
          </a:p>
        </p:txBody>
      </p:sp>
      <p:sp>
        <p:nvSpPr>
          <p:cNvPr id="275" name="Rechteck 16">
            <a:extLst>
              <a:ext uri="{FF2B5EF4-FFF2-40B4-BE49-F238E27FC236}">
                <a16:creationId xmlns:a16="http://schemas.microsoft.com/office/drawing/2014/main" id="{B5340E5C-3799-6F48-B0E1-7354608AA34A}"/>
              </a:ext>
            </a:extLst>
          </p:cNvPr>
          <p:cNvSpPr>
            <a:spLocks noChangeAspect="1"/>
          </p:cNvSpPr>
          <p:nvPr/>
        </p:nvSpPr>
        <p:spPr bwMode="auto">
          <a:xfrm>
            <a:off x="4050298" y="4901294"/>
            <a:ext cx="287850" cy="287850"/>
          </a:xfrm>
          <a:prstGeom prst="rect">
            <a:avLst/>
          </a:prstGeom>
          <a:solidFill>
            <a:srgbClr val="C6AE00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</a:p>
        </p:txBody>
      </p:sp>
      <p:sp>
        <p:nvSpPr>
          <p:cNvPr id="276" name="Rechteck 17">
            <a:extLst>
              <a:ext uri="{FF2B5EF4-FFF2-40B4-BE49-F238E27FC236}">
                <a16:creationId xmlns:a16="http://schemas.microsoft.com/office/drawing/2014/main" id="{DEDE15B4-B5AE-0249-8296-9A5E8022ED17}"/>
              </a:ext>
            </a:extLst>
          </p:cNvPr>
          <p:cNvSpPr>
            <a:spLocks noChangeAspect="1"/>
          </p:cNvSpPr>
          <p:nvPr/>
        </p:nvSpPr>
        <p:spPr bwMode="auto">
          <a:xfrm>
            <a:off x="4386160" y="4901294"/>
            <a:ext cx="287850" cy="287850"/>
          </a:xfrm>
          <a:prstGeom prst="rect">
            <a:avLst/>
          </a:prstGeom>
          <a:solidFill>
            <a:srgbClr val="C6AE00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277" name="Rechteck 18">
            <a:extLst>
              <a:ext uri="{FF2B5EF4-FFF2-40B4-BE49-F238E27FC236}">
                <a16:creationId xmlns:a16="http://schemas.microsoft.com/office/drawing/2014/main" id="{2E219D7B-8D84-6348-ABFE-62AC6E34FADA}"/>
              </a:ext>
            </a:extLst>
          </p:cNvPr>
          <p:cNvSpPr>
            <a:spLocks noChangeAspect="1"/>
          </p:cNvSpPr>
          <p:nvPr/>
        </p:nvSpPr>
        <p:spPr bwMode="auto">
          <a:xfrm>
            <a:off x="4722022" y="4901294"/>
            <a:ext cx="287850" cy="287850"/>
          </a:xfrm>
          <a:prstGeom prst="rect">
            <a:avLst/>
          </a:prstGeom>
          <a:solidFill>
            <a:srgbClr val="C6AE00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</a:t>
            </a:r>
          </a:p>
        </p:txBody>
      </p:sp>
      <p:sp>
        <p:nvSpPr>
          <p:cNvPr id="278" name="Rechteck 19">
            <a:extLst>
              <a:ext uri="{FF2B5EF4-FFF2-40B4-BE49-F238E27FC236}">
                <a16:creationId xmlns:a16="http://schemas.microsoft.com/office/drawing/2014/main" id="{3CB4CDAB-A930-FA49-8F87-1595E4FA4017}"/>
              </a:ext>
            </a:extLst>
          </p:cNvPr>
          <p:cNvSpPr>
            <a:spLocks noChangeAspect="1"/>
          </p:cNvSpPr>
          <p:nvPr/>
        </p:nvSpPr>
        <p:spPr bwMode="auto">
          <a:xfrm>
            <a:off x="5057884" y="4901294"/>
            <a:ext cx="287850" cy="287850"/>
          </a:xfrm>
          <a:prstGeom prst="rect">
            <a:avLst/>
          </a:prstGeom>
          <a:solidFill>
            <a:srgbClr val="C6AE00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</a:t>
            </a:r>
          </a:p>
        </p:txBody>
      </p:sp>
      <p:sp>
        <p:nvSpPr>
          <p:cNvPr id="279" name="Rechteck 20">
            <a:extLst>
              <a:ext uri="{FF2B5EF4-FFF2-40B4-BE49-F238E27FC236}">
                <a16:creationId xmlns:a16="http://schemas.microsoft.com/office/drawing/2014/main" id="{E2F4E006-44DE-4E46-BD29-A1B425914A79}"/>
              </a:ext>
            </a:extLst>
          </p:cNvPr>
          <p:cNvSpPr>
            <a:spLocks noChangeAspect="1"/>
          </p:cNvSpPr>
          <p:nvPr/>
        </p:nvSpPr>
        <p:spPr bwMode="auto">
          <a:xfrm>
            <a:off x="5393746" y="4901294"/>
            <a:ext cx="287850" cy="287850"/>
          </a:xfrm>
          <a:prstGeom prst="rect">
            <a:avLst/>
          </a:prstGeom>
          <a:solidFill>
            <a:srgbClr val="C6AE00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</a:t>
            </a:r>
          </a:p>
        </p:txBody>
      </p:sp>
      <p:sp>
        <p:nvSpPr>
          <p:cNvPr id="280" name="Rechteck 21">
            <a:extLst>
              <a:ext uri="{FF2B5EF4-FFF2-40B4-BE49-F238E27FC236}">
                <a16:creationId xmlns:a16="http://schemas.microsoft.com/office/drawing/2014/main" id="{E158C1DC-FC74-6448-993E-84CB8A7BAB30}"/>
              </a:ext>
            </a:extLst>
          </p:cNvPr>
          <p:cNvSpPr>
            <a:spLocks noChangeAspect="1"/>
          </p:cNvSpPr>
          <p:nvPr/>
        </p:nvSpPr>
        <p:spPr bwMode="auto">
          <a:xfrm>
            <a:off x="5729608" y="4901294"/>
            <a:ext cx="287850" cy="287850"/>
          </a:xfrm>
          <a:prstGeom prst="rect">
            <a:avLst/>
          </a:prstGeom>
          <a:solidFill>
            <a:srgbClr val="C6AE00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6</a:t>
            </a:r>
          </a:p>
        </p:txBody>
      </p:sp>
      <p:sp>
        <p:nvSpPr>
          <p:cNvPr id="281" name="Rechteck 22">
            <a:extLst>
              <a:ext uri="{FF2B5EF4-FFF2-40B4-BE49-F238E27FC236}">
                <a16:creationId xmlns:a16="http://schemas.microsoft.com/office/drawing/2014/main" id="{9266E67A-2DFC-A146-9FEF-54B054A44BBF}"/>
              </a:ext>
            </a:extLst>
          </p:cNvPr>
          <p:cNvSpPr>
            <a:spLocks noChangeAspect="1"/>
          </p:cNvSpPr>
          <p:nvPr/>
        </p:nvSpPr>
        <p:spPr bwMode="auto">
          <a:xfrm>
            <a:off x="6065470" y="4901294"/>
            <a:ext cx="287850" cy="287850"/>
          </a:xfrm>
          <a:prstGeom prst="rect">
            <a:avLst/>
          </a:prstGeom>
          <a:solidFill>
            <a:srgbClr val="C6AE00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7</a:t>
            </a:r>
          </a:p>
        </p:txBody>
      </p:sp>
      <p:sp>
        <p:nvSpPr>
          <p:cNvPr id="282" name="Rechteck 23">
            <a:extLst>
              <a:ext uri="{FF2B5EF4-FFF2-40B4-BE49-F238E27FC236}">
                <a16:creationId xmlns:a16="http://schemas.microsoft.com/office/drawing/2014/main" id="{12D018AB-B8C0-4440-A781-98C1E0C53BA5}"/>
              </a:ext>
            </a:extLst>
          </p:cNvPr>
          <p:cNvSpPr>
            <a:spLocks noChangeAspect="1"/>
          </p:cNvSpPr>
          <p:nvPr/>
        </p:nvSpPr>
        <p:spPr bwMode="auto">
          <a:xfrm>
            <a:off x="6401332" y="4901294"/>
            <a:ext cx="287850" cy="287850"/>
          </a:xfrm>
          <a:prstGeom prst="rect">
            <a:avLst/>
          </a:prstGeom>
          <a:solidFill>
            <a:srgbClr val="C6AE00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8</a:t>
            </a:r>
          </a:p>
        </p:txBody>
      </p:sp>
      <p:sp>
        <p:nvSpPr>
          <p:cNvPr id="283" name="Rechteck 24">
            <a:extLst>
              <a:ext uri="{FF2B5EF4-FFF2-40B4-BE49-F238E27FC236}">
                <a16:creationId xmlns:a16="http://schemas.microsoft.com/office/drawing/2014/main" id="{FA9ADB35-DD42-2340-9A4A-656E8B448245}"/>
              </a:ext>
            </a:extLst>
          </p:cNvPr>
          <p:cNvSpPr>
            <a:spLocks noChangeAspect="1"/>
          </p:cNvSpPr>
          <p:nvPr/>
        </p:nvSpPr>
        <p:spPr bwMode="auto">
          <a:xfrm>
            <a:off x="6737194" y="4901294"/>
            <a:ext cx="287850" cy="287850"/>
          </a:xfrm>
          <a:prstGeom prst="rect">
            <a:avLst/>
          </a:prstGeom>
          <a:solidFill>
            <a:srgbClr val="C6AE00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</a:t>
            </a:r>
          </a:p>
        </p:txBody>
      </p:sp>
      <p:sp>
        <p:nvSpPr>
          <p:cNvPr id="284" name="Rechteck 25">
            <a:extLst>
              <a:ext uri="{FF2B5EF4-FFF2-40B4-BE49-F238E27FC236}">
                <a16:creationId xmlns:a16="http://schemas.microsoft.com/office/drawing/2014/main" id="{7C2E196F-0C95-904A-A36B-FAB684E6B5F1}"/>
              </a:ext>
            </a:extLst>
          </p:cNvPr>
          <p:cNvSpPr>
            <a:spLocks noChangeAspect="1"/>
          </p:cNvSpPr>
          <p:nvPr/>
        </p:nvSpPr>
        <p:spPr bwMode="auto">
          <a:xfrm>
            <a:off x="7073060" y="4901294"/>
            <a:ext cx="287850" cy="287850"/>
          </a:xfrm>
          <a:prstGeom prst="rect">
            <a:avLst/>
          </a:prstGeom>
          <a:solidFill>
            <a:srgbClr val="C6AE00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de-DE" sz="15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</a:t>
            </a:r>
          </a:p>
        </p:txBody>
      </p:sp>
      <p:sp>
        <p:nvSpPr>
          <p:cNvPr id="298" name="Rectangle 5">
            <a:extLst>
              <a:ext uri="{FF2B5EF4-FFF2-40B4-BE49-F238E27FC236}">
                <a16:creationId xmlns:a16="http://schemas.microsoft.com/office/drawing/2014/main" id="{4FAF4292-1A8B-3F48-B640-65DCE26D668A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26241" y="3521155"/>
            <a:ext cx="3310612" cy="322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87468" algn="r"/>
                <a:tab pos="5380521" algn="r"/>
              </a:tabLst>
              <a:defRPr/>
            </a:pPr>
            <a:r>
              <a:rPr kumimoji="0" lang="en-US" sz="1199" b="1" i="0" u="none" strike="noStrike" kern="1200" cap="none" spc="0" normalizeH="0" baseline="0" noProof="0" dirty="0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Numbers – Secondary colors</a:t>
            </a:r>
          </a:p>
        </p:txBody>
      </p:sp>
      <p:sp>
        <p:nvSpPr>
          <p:cNvPr id="303" name="Rechteck 25">
            <a:extLst>
              <a:ext uri="{FF2B5EF4-FFF2-40B4-BE49-F238E27FC236}">
                <a16:creationId xmlns:a16="http://schemas.microsoft.com/office/drawing/2014/main" id="{0C95C186-E7AA-6A4E-BEBA-C2367D39BFE1}"/>
              </a:ext>
            </a:extLst>
          </p:cNvPr>
          <p:cNvSpPr>
            <a:spLocks noChangeAspect="1"/>
          </p:cNvSpPr>
          <p:nvPr/>
        </p:nvSpPr>
        <p:spPr bwMode="auto">
          <a:xfrm>
            <a:off x="7946368" y="3851612"/>
            <a:ext cx="430659" cy="430659"/>
          </a:xfrm>
          <a:prstGeom prst="rect">
            <a:avLst/>
          </a:prstGeom>
          <a:solidFill>
            <a:srgbClr val="DA1E28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99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?</a:t>
            </a:r>
          </a:p>
        </p:txBody>
      </p:sp>
      <p:sp>
        <p:nvSpPr>
          <p:cNvPr id="304" name="Rechteck 25">
            <a:extLst>
              <a:ext uri="{FF2B5EF4-FFF2-40B4-BE49-F238E27FC236}">
                <a16:creationId xmlns:a16="http://schemas.microsoft.com/office/drawing/2014/main" id="{B3C94C85-6141-2D4B-984E-B0CF86B482FC}"/>
              </a:ext>
            </a:extLst>
          </p:cNvPr>
          <p:cNvSpPr>
            <a:spLocks noChangeAspect="1"/>
          </p:cNvSpPr>
          <p:nvPr/>
        </p:nvSpPr>
        <p:spPr bwMode="auto">
          <a:xfrm>
            <a:off x="7946368" y="4395424"/>
            <a:ext cx="430659" cy="430659"/>
          </a:xfrm>
          <a:prstGeom prst="rect">
            <a:avLst/>
          </a:prstGeom>
          <a:solidFill>
            <a:srgbClr val="DA1E28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99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!</a:t>
            </a:r>
          </a:p>
        </p:txBody>
      </p:sp>
      <p:sp>
        <p:nvSpPr>
          <p:cNvPr id="305" name="Rechteck 25">
            <a:extLst>
              <a:ext uri="{FF2B5EF4-FFF2-40B4-BE49-F238E27FC236}">
                <a16:creationId xmlns:a16="http://schemas.microsoft.com/office/drawing/2014/main" id="{B704F3EF-F3A6-3645-A178-48AE752ABE12}"/>
              </a:ext>
            </a:extLst>
          </p:cNvPr>
          <p:cNvSpPr>
            <a:spLocks noChangeAspect="1"/>
          </p:cNvSpPr>
          <p:nvPr/>
        </p:nvSpPr>
        <p:spPr bwMode="auto">
          <a:xfrm>
            <a:off x="8481385" y="3851612"/>
            <a:ext cx="430659" cy="430659"/>
          </a:xfrm>
          <a:prstGeom prst="rect">
            <a:avLst/>
          </a:prstGeom>
          <a:solidFill>
            <a:srgbClr val="F6E600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99" b="1" i="0" u="none" strike="noStrike" kern="1200" cap="none" spc="0" normalizeH="0" baseline="0" noProof="0" dirty="0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?</a:t>
            </a:r>
          </a:p>
        </p:txBody>
      </p:sp>
      <p:sp>
        <p:nvSpPr>
          <p:cNvPr id="306" name="Rechteck 25">
            <a:extLst>
              <a:ext uri="{FF2B5EF4-FFF2-40B4-BE49-F238E27FC236}">
                <a16:creationId xmlns:a16="http://schemas.microsoft.com/office/drawing/2014/main" id="{1F293FBB-82EC-8C4D-BBAC-996004C2ABF1}"/>
              </a:ext>
            </a:extLst>
          </p:cNvPr>
          <p:cNvSpPr>
            <a:spLocks noChangeAspect="1"/>
          </p:cNvSpPr>
          <p:nvPr/>
        </p:nvSpPr>
        <p:spPr bwMode="auto">
          <a:xfrm>
            <a:off x="8481385" y="4395424"/>
            <a:ext cx="430659" cy="430659"/>
          </a:xfrm>
          <a:prstGeom prst="rect">
            <a:avLst/>
          </a:prstGeom>
          <a:solidFill>
            <a:srgbClr val="F6E600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99" b="1" i="0" u="none" strike="noStrike" kern="1200" cap="none" spc="0" normalizeH="0" baseline="0" noProof="0" dirty="0">
                <a:ln>
                  <a:noFill/>
                </a:ln>
                <a:solidFill>
                  <a:srgbClr val="1B1534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697471693"/>
      </p:ext>
    </p:extLst>
  </p:cSld>
  <p:clrMapOvr>
    <a:masterClrMapping/>
  </p:clrMapOvr>
</p:sld>
</file>

<file path=ppt/theme/theme1.xml><?xml version="1.0" encoding="utf-8"?>
<a:theme xmlns:a="http://schemas.openxmlformats.org/drawingml/2006/main" name="Siemens Energy">
  <a:themeElements>
    <a:clrScheme name="Siemens Energy">
      <a:dk1>
        <a:srgbClr val="1B1534"/>
      </a:dk1>
      <a:lt1>
        <a:sysClr val="window" lastClr="FFFFFF"/>
      </a:lt1>
      <a:dk2>
        <a:srgbClr val="1B1534"/>
      </a:dk2>
      <a:lt2>
        <a:srgbClr val="D7E4EE"/>
      </a:lt2>
      <a:accent1>
        <a:srgbClr val="D7E4EE"/>
      </a:accent1>
      <a:accent2>
        <a:srgbClr val="4D217A"/>
      </a:accent2>
      <a:accent3>
        <a:srgbClr val="8A00E5"/>
      </a:accent3>
      <a:accent4>
        <a:srgbClr val="009999"/>
      </a:accent4>
      <a:accent5>
        <a:srgbClr val="F6E600"/>
      </a:accent5>
      <a:accent6>
        <a:srgbClr val="7B919D"/>
      </a:accent6>
      <a:hlink>
        <a:srgbClr val="4D217A"/>
      </a:hlink>
      <a:folHlink>
        <a:srgbClr val="7B919D"/>
      </a:folHlink>
    </a:clrScheme>
    <a:fontScheme name="Siemens Energy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lIns="0" tIns="0" rIns="0" bIns="0" rtlCol="0" anchor="ctr"/>
      <a:lstStyle>
        <a:defPPr algn="ctr">
          <a:defRPr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gradFill>
            <a:gsLst>
              <a:gs pos="0">
                <a:schemeClr val="tx1"/>
              </a:gs>
              <a:gs pos="100000">
                <a:schemeClr val="tx1">
                  <a:alpha val="5000"/>
                </a:schemeClr>
              </a:gs>
            </a:gsLst>
            <a:lin ang="0" scaled="0"/>
          </a:gradFill>
        </a:ln>
        <a:effectLst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dirty="0" err="1" smtClean="0"/>
        </a:defPPr>
      </a:lstStyle>
    </a:txDef>
  </a:objectDefaults>
  <a:extraClrSchemeLst/>
  <a:custClrLst>
    <a:custClr name="SE Brown 1">
      <a:srgbClr val="CFC0BE"/>
    </a:custClr>
    <a:custClr name="SE Brown 3">
      <a:srgbClr val="8F7C7A"/>
    </a:custClr>
    <a:custClr name="SE Gray 1">
      <a:srgbClr val="D7E4EE"/>
    </a:custClr>
    <a:custClr name="SE Gray 3">
      <a:srgbClr val="96B0C0"/>
    </a:custClr>
    <a:custClr name="SE Green 1">
      <a:srgbClr val="00FD79"/>
    </a:custClr>
    <a:custClr name="SE Green 3">
      <a:srgbClr val="27B66D"/>
    </a:custClr>
    <a:custClr name="SE Blue 1">
      <a:srgbClr val="6ADDFF"/>
    </a:custClr>
    <a:custClr name="SE Blue 3">
      <a:srgbClr val="0084E1"/>
    </a:custClr>
    <a:custClr name="SE Yellow 1">
      <a:srgbClr val="FFF91F"/>
    </a:custClr>
    <a:custClr name="SE Yellow 3">
      <a:srgbClr val="E2D000"/>
    </a:custClr>
    <a:custClr name="SE Brown 2">
      <a:srgbClr val="AF9E9C"/>
    </a:custClr>
    <a:custClr name="SE Brown 4">
      <a:srgbClr val="7D6766"/>
    </a:custClr>
    <a:custClr name="SE Gray 2">
      <a:srgbClr val="B8CEDB"/>
    </a:custClr>
    <a:custClr name="SE Gray 4">
      <a:srgbClr val="7B919D"/>
    </a:custClr>
    <a:custClr name="SE Green 2">
      <a:srgbClr val="14DA79"/>
    </a:custClr>
    <a:custClr name="SE Green 4">
      <a:srgbClr val="009B55"/>
    </a:custClr>
    <a:custClr name="SE Blue 2">
      <a:srgbClr val="21C0FF"/>
    </a:custClr>
    <a:custClr name="SE Blue 4">
      <a:srgbClr val="0057C6"/>
    </a:custClr>
    <a:custClr name="SE Yellow 2">
      <a:srgbClr val="F6E600"/>
    </a:custClr>
    <a:custClr name="SE Yellow 4">
      <a:srgbClr val="C6AE00"/>
    </a:custClr>
  </a:custClr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316</Words>
  <Application>Microsoft Office PowerPoint</Application>
  <PresentationFormat>Widescreen</PresentationFormat>
  <Paragraphs>215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Arial</vt:lpstr>
      <vt:lpstr>Times New Roman</vt:lpstr>
      <vt:lpstr>Wingdings</vt:lpstr>
      <vt:lpstr>Siemens Energy</vt:lpstr>
      <vt:lpstr>Siemens Energy color palette</vt:lpstr>
      <vt:lpstr>PowerPoint editable symbols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Nader, Dina</dc:creator>
  <cp:lastModifiedBy>Nader, Dina</cp:lastModifiedBy>
  <cp:revision>1</cp:revision>
  <dcterms:created xsi:type="dcterms:W3CDTF">2026-03-25T12:39:24Z</dcterms:created>
  <dcterms:modified xsi:type="dcterms:W3CDTF">2026-03-25T12:41:42Z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6791f77-3d39-4d72-9277-ac879ec799ed_Enabled">
    <vt:lpwstr>true</vt:lpwstr>
  </property>
  <property fmtid="{D5CDD505-2E9C-101B-9397-08002B2CF9AE}" pid="3" name="MSIP_Label_36791f77-3d39-4d72-9277-ac879ec799ed_SetDate">
    <vt:lpwstr>2026-03-25T12:40:02Z</vt:lpwstr>
  </property>
  <property fmtid="{D5CDD505-2E9C-101B-9397-08002B2CF9AE}" pid="4" name="MSIP_Label_36791f77-3d39-4d72-9277-ac879ec799ed_Method">
    <vt:lpwstr>Standard</vt:lpwstr>
  </property>
  <property fmtid="{D5CDD505-2E9C-101B-9397-08002B2CF9AE}" pid="5" name="MSIP_Label_36791f77-3d39-4d72-9277-ac879ec799ed_Name">
    <vt:lpwstr>restricted-default</vt:lpwstr>
  </property>
  <property fmtid="{D5CDD505-2E9C-101B-9397-08002B2CF9AE}" pid="6" name="MSIP_Label_36791f77-3d39-4d72-9277-ac879ec799ed_SiteId">
    <vt:lpwstr>254ba93e-1f6f-48f3-90e6-e2766664b477</vt:lpwstr>
  </property>
  <property fmtid="{D5CDD505-2E9C-101B-9397-08002B2CF9AE}" pid="7" name="MSIP_Label_36791f77-3d39-4d72-9277-ac879ec799ed_ActionId">
    <vt:lpwstr>beb19527-2ced-4efd-996f-7cf110b926fe</vt:lpwstr>
  </property>
  <property fmtid="{D5CDD505-2E9C-101B-9397-08002B2CF9AE}" pid="8" name="MSIP_Label_36791f77-3d39-4d72-9277-ac879ec799ed_ContentBits">
    <vt:lpwstr>0</vt:lpwstr>
  </property>
  <property fmtid="{D5CDD505-2E9C-101B-9397-08002B2CF9AE}" pid="9" name="MSIP_Label_36791f77-3d39-4d72-9277-ac879ec799ed_Tag">
    <vt:lpwstr>10, 3, 0, 1</vt:lpwstr>
  </property>
</Properties>
</file>